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6"/>
  </p:notesMasterIdLst>
  <p:handoutMasterIdLst>
    <p:handoutMasterId r:id="rId11"/>
  </p:handoutMasterIdLst>
  <p:sldIdLst>
    <p:sldId id="257" r:id="rId4"/>
    <p:sldId id="261" r:id="rId5"/>
    <p:sldId id="265" r:id="rId7"/>
    <p:sldId id="271" r:id="rId8"/>
    <p:sldId id="267" r:id="rId9"/>
    <p:sldId id="259" r:id="rId10"/>
  </p:sldIdLst>
  <p:sldSz cx="12192000" cy="6858000"/>
  <p:notesSz cx="7103745" cy="10234295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1" userDrawn="1">
          <p15:clr>
            <a:srgbClr val="A4A3A4"/>
          </p15:clr>
        </p15:guide>
        <p15:guide id="2" pos="387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21"/>
        <p:guide pos="387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5" Type="http://schemas.openxmlformats.org/officeDocument/2006/relationships/tags" Target="tags/tag168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5" Type="http://schemas.openxmlformats.org/officeDocument/2006/relationships/tags" Target="../tags/tag26.xml"/><Relationship Id="rId4" Type="http://schemas.openxmlformats.org/officeDocument/2006/relationships/tags" Target="../tags/tag25.xml"/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34.xml"/><Relationship Id="rId8" Type="http://schemas.openxmlformats.org/officeDocument/2006/relationships/tags" Target="../tags/tag33.xml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4" Type="http://schemas.openxmlformats.org/officeDocument/2006/relationships/tags" Target="../tags/tag39.xml"/><Relationship Id="rId13" Type="http://schemas.openxmlformats.org/officeDocument/2006/relationships/tags" Target="../tags/tag38.xml"/><Relationship Id="rId12" Type="http://schemas.openxmlformats.org/officeDocument/2006/relationships/tags" Target="../tags/tag37.xml"/><Relationship Id="rId11" Type="http://schemas.openxmlformats.org/officeDocument/2006/relationships/tags" Target="../tags/tag36.xml"/><Relationship Id="rId10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47.xml"/><Relationship Id="rId8" Type="http://schemas.openxmlformats.org/officeDocument/2006/relationships/tags" Target="../tags/tag46.xml"/><Relationship Id="rId7" Type="http://schemas.openxmlformats.org/officeDocument/2006/relationships/tags" Target="../tags/tag45.xml"/><Relationship Id="rId6" Type="http://schemas.openxmlformats.org/officeDocument/2006/relationships/tags" Target="../tags/tag44.xml"/><Relationship Id="rId5" Type="http://schemas.openxmlformats.org/officeDocument/2006/relationships/tags" Target="../tags/tag43.xml"/><Relationship Id="rId4" Type="http://schemas.openxmlformats.org/officeDocument/2006/relationships/tags" Target="../tags/tag42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0" Type="http://schemas.openxmlformats.org/officeDocument/2006/relationships/tags" Target="../tags/tag48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56.xml"/><Relationship Id="rId8" Type="http://schemas.openxmlformats.org/officeDocument/2006/relationships/tags" Target="../tags/tag55.xml"/><Relationship Id="rId7" Type="http://schemas.openxmlformats.org/officeDocument/2006/relationships/tags" Target="../tags/tag54.xml"/><Relationship Id="rId6" Type="http://schemas.openxmlformats.org/officeDocument/2006/relationships/tags" Target="../tags/tag53.xml"/><Relationship Id="rId5" Type="http://schemas.openxmlformats.org/officeDocument/2006/relationships/tags" Target="../tags/tag52.xml"/><Relationship Id="rId4" Type="http://schemas.openxmlformats.org/officeDocument/2006/relationships/tags" Target="../tags/tag51.xml"/><Relationship Id="rId3" Type="http://schemas.openxmlformats.org/officeDocument/2006/relationships/tags" Target="../tags/tag50.xml"/><Relationship Id="rId2" Type="http://schemas.openxmlformats.org/officeDocument/2006/relationships/tags" Target="../tags/tag49.xml"/><Relationship Id="rId12" Type="http://schemas.openxmlformats.org/officeDocument/2006/relationships/tags" Target="../tags/tag59.xml"/><Relationship Id="rId11" Type="http://schemas.openxmlformats.org/officeDocument/2006/relationships/tags" Target="../tags/tag58.xml"/><Relationship Id="rId10" Type="http://schemas.openxmlformats.org/officeDocument/2006/relationships/tags" Target="../tags/tag57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tags" Target="../tags/tag66.xml"/><Relationship Id="rId7" Type="http://schemas.openxmlformats.org/officeDocument/2006/relationships/tags" Target="../tags/tag65.xml"/><Relationship Id="rId6" Type="http://schemas.openxmlformats.org/officeDocument/2006/relationships/tags" Target="../tags/tag64.xml"/><Relationship Id="rId5" Type="http://schemas.openxmlformats.org/officeDocument/2006/relationships/tags" Target="../tags/tag63.xml"/><Relationship Id="rId4" Type="http://schemas.openxmlformats.org/officeDocument/2006/relationships/tags" Target="../tags/tag62.xml"/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7" Type="http://schemas.openxmlformats.org/officeDocument/2006/relationships/tags" Target="../tags/tag72.xml"/><Relationship Id="rId6" Type="http://schemas.openxmlformats.org/officeDocument/2006/relationships/tags" Target="../tags/tag71.xml"/><Relationship Id="rId5" Type="http://schemas.openxmlformats.org/officeDocument/2006/relationships/tags" Target="../tags/tag70.xml"/><Relationship Id="rId4" Type="http://schemas.openxmlformats.org/officeDocument/2006/relationships/tags" Target="../tags/tag69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tags" Target="../tags/tag79.xml"/><Relationship Id="rId7" Type="http://schemas.openxmlformats.org/officeDocument/2006/relationships/tags" Target="../tags/tag78.xml"/><Relationship Id="rId6" Type="http://schemas.openxmlformats.org/officeDocument/2006/relationships/tags" Target="../tags/tag77.xml"/><Relationship Id="rId5" Type="http://schemas.openxmlformats.org/officeDocument/2006/relationships/tags" Target="../tags/tag76.xml"/><Relationship Id="rId4" Type="http://schemas.openxmlformats.org/officeDocument/2006/relationships/tags" Target="../tags/tag75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9" Type="http://schemas.openxmlformats.org/officeDocument/2006/relationships/tags" Target="../tags/tag87.xml"/><Relationship Id="rId8" Type="http://schemas.openxmlformats.org/officeDocument/2006/relationships/tags" Target="../tags/tag86.xml"/><Relationship Id="rId7" Type="http://schemas.openxmlformats.org/officeDocument/2006/relationships/tags" Target="../tags/tag85.xml"/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9" Type="http://schemas.openxmlformats.org/officeDocument/2006/relationships/tags" Target="../tags/tag95.xml"/><Relationship Id="rId8" Type="http://schemas.openxmlformats.org/officeDocument/2006/relationships/tags" Target="../tags/tag94.xml"/><Relationship Id="rId7" Type="http://schemas.openxmlformats.org/officeDocument/2006/relationships/tags" Target="../tags/tag93.xml"/><Relationship Id="rId6" Type="http://schemas.openxmlformats.org/officeDocument/2006/relationships/tags" Target="../tags/tag92.xml"/><Relationship Id="rId5" Type="http://schemas.openxmlformats.org/officeDocument/2006/relationships/tags" Target="../tags/tag91.xml"/><Relationship Id="rId4" Type="http://schemas.openxmlformats.org/officeDocument/2006/relationships/tags" Target="../tags/tag90.xml"/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4" Type="http://schemas.openxmlformats.org/officeDocument/2006/relationships/tags" Target="../tags/tag100.xml"/><Relationship Id="rId13" Type="http://schemas.openxmlformats.org/officeDocument/2006/relationships/tags" Target="../tags/tag99.xml"/><Relationship Id="rId12" Type="http://schemas.openxmlformats.org/officeDocument/2006/relationships/tags" Target="../tags/tag98.xml"/><Relationship Id="rId11" Type="http://schemas.openxmlformats.org/officeDocument/2006/relationships/tags" Target="../tags/tag97.xml"/><Relationship Id="rId10" Type="http://schemas.openxmlformats.org/officeDocument/2006/relationships/tags" Target="../tags/tag96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5" Type="http://schemas.openxmlformats.org/officeDocument/2006/relationships/tags" Target="../tags/tag104.xml"/><Relationship Id="rId4" Type="http://schemas.openxmlformats.org/officeDocument/2006/relationships/tags" Target="../tags/tag103.xml"/><Relationship Id="rId3" Type="http://schemas.openxmlformats.org/officeDocument/2006/relationships/tags" Target="../tags/tag102.xml"/><Relationship Id="rId2" Type="http://schemas.openxmlformats.org/officeDocument/2006/relationships/tags" Target="../tags/tag101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/>
              <a:t>Second level 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 smtClean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圆: 空心 11"/>
          <p:cNvSpPr/>
          <p:nvPr>
            <p:custDataLst>
              <p:tags r:id="rId2"/>
            </p:custDataLst>
          </p:nvPr>
        </p:nvSpPr>
        <p:spPr>
          <a:xfrm>
            <a:off x="1423035" y="1768475"/>
            <a:ext cx="915035" cy="915035"/>
          </a:xfrm>
          <a:prstGeom prst="donut">
            <a:avLst>
              <a:gd name="adj" fmla="val 7946"/>
            </a:avLst>
          </a:prstGeom>
          <a:gradFill flip="none" rotWithShape="1">
            <a:gsLst>
              <a:gs pos="0">
                <a:schemeClr val="accent1"/>
              </a:gs>
              <a:gs pos="52000">
                <a:schemeClr val="accent1">
                  <a:alpha val="0"/>
                </a:schemeClr>
              </a:gs>
            </a:gsLst>
            <a:lin ang="4200000" scaled="0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圆: 空心 12"/>
          <p:cNvSpPr/>
          <p:nvPr>
            <p:custDataLst>
              <p:tags r:id="rId3"/>
            </p:custDataLst>
          </p:nvPr>
        </p:nvSpPr>
        <p:spPr>
          <a:xfrm>
            <a:off x="1395095" y="1731645"/>
            <a:ext cx="959485" cy="959485"/>
          </a:xfrm>
          <a:prstGeom prst="donut">
            <a:avLst>
              <a:gd name="adj" fmla="val 14539"/>
            </a:avLst>
          </a:prstGeom>
          <a:gradFill flip="none" rotWithShape="1">
            <a:gsLst>
              <a:gs pos="0">
                <a:schemeClr val="accent1">
                  <a:alpha val="40000"/>
                </a:schemeClr>
              </a:gs>
              <a:gs pos="100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圆: 空心 10"/>
          <p:cNvSpPr/>
          <p:nvPr>
            <p:custDataLst>
              <p:tags r:id="rId4"/>
            </p:custDataLst>
          </p:nvPr>
        </p:nvSpPr>
        <p:spPr>
          <a:xfrm>
            <a:off x="1033780" y="1355725"/>
            <a:ext cx="1645285" cy="1645285"/>
          </a:xfrm>
          <a:prstGeom prst="donut">
            <a:avLst>
              <a:gd name="adj" fmla="val 18117"/>
            </a:avLst>
          </a:prstGeom>
          <a:gradFill flip="none" rotWithShape="1">
            <a:gsLst>
              <a:gs pos="0">
                <a:schemeClr val="accent1"/>
              </a:gs>
              <a:gs pos="75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9" name="直接连接符 28"/>
          <p:cNvCxnSpPr/>
          <p:nvPr>
            <p:custDataLst>
              <p:tags r:id="rId5"/>
            </p:custDataLst>
          </p:nvPr>
        </p:nvCxnSpPr>
        <p:spPr>
          <a:xfrm>
            <a:off x="1572671" y="4289743"/>
            <a:ext cx="0" cy="67564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任意多边形 12"/>
          <p:cNvSpPr/>
          <p:nvPr>
            <p:custDataLst>
              <p:tags r:id="rId6"/>
            </p:custDataLst>
          </p:nvPr>
        </p:nvSpPr>
        <p:spPr>
          <a:xfrm rot="3180000">
            <a:off x="5642610" y="3151505"/>
            <a:ext cx="348615" cy="4824095"/>
          </a:xfrm>
          <a:custGeom>
            <a:avLst/>
            <a:gdLst>
              <a:gd name="connsiteX0" fmla="*/ 465 w 549"/>
              <a:gd name="connsiteY0" fmla="*/ 37 h 7846"/>
              <a:gd name="connsiteX1" fmla="*/ 496 w 549"/>
              <a:gd name="connsiteY1" fmla="*/ 0 h 7846"/>
              <a:gd name="connsiteX2" fmla="*/ 549 w 549"/>
              <a:gd name="connsiteY2" fmla="*/ 7116 h 7846"/>
              <a:gd name="connsiteX3" fmla="*/ 0 w 549"/>
              <a:gd name="connsiteY3" fmla="*/ 7846 h 7846"/>
              <a:gd name="connsiteX4" fmla="*/ 465 w 549"/>
              <a:gd name="connsiteY4" fmla="*/ 37 h 7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9" h="7846">
                <a:moveTo>
                  <a:pt x="465" y="37"/>
                </a:moveTo>
                <a:lnTo>
                  <a:pt x="496" y="0"/>
                </a:lnTo>
                <a:lnTo>
                  <a:pt x="549" y="7116"/>
                </a:lnTo>
                <a:lnTo>
                  <a:pt x="0" y="7846"/>
                </a:lnTo>
                <a:lnTo>
                  <a:pt x="465" y="37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">
                <a:schemeClr val="accent1"/>
              </a:gs>
              <a:gs pos="33000">
                <a:schemeClr val="accent1">
                  <a:alpha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0800000" scaled="0"/>
          </a:gradFill>
          <a:ln>
            <a:noFill/>
            <a:prstDash val="solid"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任意多边形 11"/>
          <p:cNvSpPr/>
          <p:nvPr>
            <p:custDataLst>
              <p:tags r:id="rId7"/>
            </p:custDataLst>
          </p:nvPr>
        </p:nvSpPr>
        <p:spPr>
          <a:xfrm rot="15120000">
            <a:off x="5316220" y="-1681480"/>
            <a:ext cx="1153795" cy="13151486"/>
          </a:xfrm>
          <a:custGeom>
            <a:avLst/>
            <a:gdLst>
              <a:gd name="connsiteX0" fmla="*/ 20 w 215"/>
              <a:gd name="connsiteY0" fmla="*/ 90 h 20058"/>
              <a:gd name="connsiteX1" fmla="*/ 213 w 215"/>
              <a:gd name="connsiteY1" fmla="*/ 0 h 20058"/>
              <a:gd name="connsiteX2" fmla="*/ 63 w 215"/>
              <a:gd name="connsiteY2" fmla="*/ 20052 h 20058"/>
              <a:gd name="connsiteX3" fmla="*/ 0 w 215"/>
              <a:gd name="connsiteY3" fmla="*/ 20058 h 20058"/>
              <a:gd name="connsiteX4" fmla="*/ 20 w 215"/>
              <a:gd name="connsiteY4" fmla="*/ 90 h 20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" h="20058">
                <a:moveTo>
                  <a:pt x="20" y="90"/>
                </a:moveTo>
                <a:lnTo>
                  <a:pt x="213" y="0"/>
                </a:lnTo>
                <a:cubicBezTo>
                  <a:pt x="235" y="6035"/>
                  <a:pt x="95" y="19645"/>
                  <a:pt x="63" y="20052"/>
                </a:cubicBezTo>
                <a:lnTo>
                  <a:pt x="0" y="20058"/>
                </a:lnTo>
                <a:lnTo>
                  <a:pt x="20" y="9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40000"/>
                </a:schemeClr>
              </a:gs>
              <a:gs pos="18000">
                <a:schemeClr val="accent1">
                  <a:alpha val="20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noFill/>
            <a:prstDash val="solid"/>
          </a:ln>
          <a:effectLst>
            <a:softEdge rad="1778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任意多边形 10"/>
          <p:cNvSpPr/>
          <p:nvPr>
            <p:custDataLst>
              <p:tags r:id="rId8"/>
            </p:custDataLst>
          </p:nvPr>
        </p:nvSpPr>
        <p:spPr>
          <a:xfrm rot="17400000">
            <a:off x="9496425" y="2840355"/>
            <a:ext cx="384810" cy="5471795"/>
          </a:xfrm>
          <a:custGeom>
            <a:avLst/>
            <a:gdLst>
              <a:gd name="connsiteX0" fmla="*/ 432 w 497"/>
              <a:gd name="connsiteY0" fmla="*/ 0 h 8455"/>
              <a:gd name="connsiteX1" fmla="*/ 489 w 497"/>
              <a:gd name="connsiteY1" fmla="*/ 42 h 8455"/>
              <a:gd name="connsiteX2" fmla="*/ 497 w 497"/>
              <a:gd name="connsiteY2" fmla="*/ 8291 h 8455"/>
              <a:gd name="connsiteX3" fmla="*/ 0 w 497"/>
              <a:gd name="connsiteY3" fmla="*/ 8455 h 8455"/>
              <a:gd name="connsiteX4" fmla="*/ 432 w 497"/>
              <a:gd name="connsiteY4" fmla="*/ 0 h 8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" h="8455">
                <a:moveTo>
                  <a:pt x="432" y="0"/>
                </a:moveTo>
                <a:lnTo>
                  <a:pt x="489" y="42"/>
                </a:lnTo>
                <a:lnTo>
                  <a:pt x="497" y="8291"/>
                </a:lnTo>
                <a:lnTo>
                  <a:pt x="0" y="8455"/>
                </a:lnTo>
                <a:lnTo>
                  <a:pt x="43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">
                <a:schemeClr val="accent1"/>
              </a:gs>
              <a:gs pos="30000">
                <a:schemeClr val="accent1">
                  <a:alpha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0800000" scaled="0"/>
          </a:gradFill>
          <a:ln>
            <a:noFill/>
            <a:prstDash val="solid"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>
              <a:sym typeface="+mn-lt"/>
            </a:endParaRPr>
          </a:p>
        </p:txBody>
      </p:sp>
      <p:sp>
        <p:nvSpPr>
          <p:cNvPr id="10" name="任意多边形 9"/>
          <p:cNvSpPr/>
          <p:nvPr>
            <p:custDataLst>
              <p:tags r:id="rId9"/>
            </p:custDataLst>
          </p:nvPr>
        </p:nvSpPr>
        <p:spPr>
          <a:xfrm rot="15240000">
            <a:off x="6005830" y="-1488440"/>
            <a:ext cx="136525" cy="12736830"/>
          </a:xfrm>
          <a:custGeom>
            <a:avLst/>
            <a:gdLst>
              <a:gd name="connsiteX0" fmla="*/ 20 w 215"/>
              <a:gd name="connsiteY0" fmla="*/ 90 h 20058"/>
              <a:gd name="connsiteX1" fmla="*/ 213 w 215"/>
              <a:gd name="connsiteY1" fmla="*/ 0 h 20058"/>
              <a:gd name="connsiteX2" fmla="*/ 63 w 215"/>
              <a:gd name="connsiteY2" fmla="*/ 20052 h 20058"/>
              <a:gd name="connsiteX3" fmla="*/ 0 w 215"/>
              <a:gd name="connsiteY3" fmla="*/ 20058 h 20058"/>
              <a:gd name="connsiteX4" fmla="*/ 20 w 215"/>
              <a:gd name="connsiteY4" fmla="*/ 90 h 20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" h="20058">
                <a:moveTo>
                  <a:pt x="20" y="90"/>
                </a:moveTo>
                <a:lnTo>
                  <a:pt x="213" y="0"/>
                </a:lnTo>
                <a:cubicBezTo>
                  <a:pt x="235" y="6035"/>
                  <a:pt x="95" y="19645"/>
                  <a:pt x="63" y="20052"/>
                </a:cubicBezTo>
                <a:lnTo>
                  <a:pt x="0" y="20058"/>
                </a:lnTo>
                <a:lnTo>
                  <a:pt x="20" y="9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20000">
                <a:schemeClr val="accent1"/>
              </a:gs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noFill/>
            <a:prstDash val="solid"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署名"/>
          <p:cNvSpPr txBox="1">
            <a:spLocks noGrp="1"/>
          </p:cNvSpPr>
          <p:nvPr>
            <p:ph type="body" idx="3" hasCustomPrompt="1"/>
            <p:custDataLst>
              <p:tags r:id="rId10"/>
            </p:custDataLst>
          </p:nvPr>
        </p:nvSpPr>
        <p:spPr>
          <a:xfrm>
            <a:off x="1774190" y="4555490"/>
            <a:ext cx="8373110" cy="41719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l" defTabSz="914400" rtl="0" eaLnBrk="1" fontAlgn="auto" latinLnBrk="0" hangingPunct="1">
              <a:lnSpc>
                <a:spcPct val="150000"/>
              </a:lnSpc>
              <a:buClrTx/>
              <a:buSzTx/>
              <a:buFontTx/>
              <a:buNone/>
              <a:defRPr kumimoji="0" lang="en-US" sz="2000" b="0" i="0" u="none" strike="noStrike" kern="1200" cap="none" spc="0" normalizeH="0" baseline="0" noProof="1" dirty="0">
                <a:solidFill>
                  <a:schemeClr val="tx1"/>
                </a:solidFill>
                <a:uFillTx/>
                <a:latin typeface="+mn-lt"/>
              </a:defRPr>
            </a:lvl1pPr>
          </a:lstStyle>
          <a:p>
            <a:pPr lvl="0" algn="l">
              <a:lnSpc>
                <a:spcPct val="150000"/>
              </a:lnSpc>
            </a:pPr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8" name="副标题"/>
          <p:cNvSpPr txBox="1">
            <a:spLocks noGrp="1"/>
          </p:cNvSpPr>
          <p:nvPr>
            <p:ph type="body" idx="2" hasCustomPrompt="1"/>
            <p:custDataLst>
              <p:tags r:id="rId11"/>
            </p:custDataLst>
          </p:nvPr>
        </p:nvSpPr>
        <p:spPr>
          <a:xfrm>
            <a:off x="1473835" y="3334385"/>
            <a:ext cx="8673465" cy="9398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800" b="0" i="0" u="none" strike="noStrike" kern="1200" cap="none" spc="0" normalizeH="0" baseline="0" noProof="1" dirty="0" err="1">
                <a:solidFill>
                  <a:schemeClr val="tx1"/>
                </a:solidFill>
                <a:uFillTx/>
                <a:latin typeface="+mj-lt"/>
              </a:defRPr>
            </a:lvl1pPr>
          </a:lstStyle>
          <a:p>
            <a:pPr lvl="0" algn="l">
              <a:lnSpc>
                <a:spcPct val="100000"/>
              </a:lnSpc>
            </a:pPr>
            <a:r>
              <a:rPr>
                <a:latin typeface="+mj-lt"/>
                <a:sym typeface="+mn-ea"/>
              </a:rPr>
              <a:t>Click to add text</a:t>
            </a:r>
            <a:endParaRPr>
              <a:sym typeface="+mn-ea"/>
            </a:endParaRPr>
          </a:p>
        </p:txBody>
      </p:sp>
      <p:sp>
        <p:nvSpPr>
          <p:cNvPr id="7" name="标题"/>
          <p:cNvSpPr txBox="1">
            <a:spLocks noGrp="1"/>
          </p:cNvSpPr>
          <p:nvPr>
            <p:ph type="title" idx="1" hasCustomPrompt="1"/>
            <p:custDataLst>
              <p:tags r:id="rId12"/>
            </p:custDataLst>
          </p:nvPr>
        </p:nvSpPr>
        <p:spPr>
          <a:xfrm>
            <a:off x="1473835" y="209550"/>
            <a:ext cx="9738995" cy="3034665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800" b="0" i="0" u="none" strike="noStrike" kern="1200" cap="none" spc="0" normalizeH="0" baseline="0" noProof="1" dirty="0">
                <a:gradFill>
                  <a:gsLst>
                    <a:gs pos="14000">
                      <a:schemeClr val="accent1"/>
                    </a:gs>
                    <a:gs pos="92000">
                      <a:schemeClr val="accent1"/>
                    </a:gs>
                    <a:gs pos="54000">
                      <a:schemeClr val="tx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圆: 空心 3"/>
          <p:cNvSpPr/>
          <p:nvPr userDrawn="1">
            <p:custDataLst>
              <p:tags r:id="rId2"/>
            </p:custDataLst>
          </p:nvPr>
        </p:nvSpPr>
        <p:spPr>
          <a:xfrm>
            <a:off x="358140" y="361565"/>
            <a:ext cx="615950" cy="615950"/>
          </a:xfrm>
          <a:prstGeom prst="donut">
            <a:avLst>
              <a:gd name="adj" fmla="val 7946"/>
            </a:avLst>
          </a:prstGeom>
          <a:gradFill flip="none" rotWithShape="1">
            <a:gsLst>
              <a:gs pos="0">
                <a:schemeClr val="accent1"/>
              </a:gs>
              <a:gs pos="52000">
                <a:schemeClr val="accent1">
                  <a:alpha val="0"/>
                </a:schemeClr>
              </a:gs>
            </a:gsLst>
            <a:lin ang="4200000" scaled="0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圆: 空心 4"/>
          <p:cNvSpPr/>
          <p:nvPr userDrawn="1">
            <p:custDataLst>
              <p:tags r:id="rId3"/>
            </p:custDataLst>
          </p:nvPr>
        </p:nvSpPr>
        <p:spPr>
          <a:xfrm>
            <a:off x="339090" y="336800"/>
            <a:ext cx="645795" cy="645795"/>
          </a:xfrm>
          <a:prstGeom prst="donut">
            <a:avLst>
              <a:gd name="adj" fmla="val 14539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圆: 空心 5"/>
          <p:cNvSpPr/>
          <p:nvPr userDrawn="1">
            <p:custDataLst>
              <p:tags r:id="rId4"/>
            </p:custDataLst>
          </p:nvPr>
        </p:nvSpPr>
        <p:spPr>
          <a:xfrm>
            <a:off x="95885" y="83435"/>
            <a:ext cx="1107440" cy="1107440"/>
          </a:xfrm>
          <a:prstGeom prst="donut">
            <a:avLst>
              <a:gd name="adj" fmla="val 18117"/>
            </a:avLst>
          </a:prstGeom>
          <a:gradFill flip="none" rotWithShape="1">
            <a:gsLst>
              <a:gs pos="0">
                <a:schemeClr val="accent1"/>
              </a:gs>
              <a:gs pos="75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正文"/>
          <p:cNvSpPr txBox="1">
            <a:spLocks noGrp="1"/>
          </p:cNvSpPr>
          <p:nvPr>
            <p:ph idx="6" hasCustomPrompt="1"/>
            <p:custDataLst>
              <p:tags r:id="rId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defPPr>
              <a:defRPr lang="en-US">
                <a:latin typeface="+mn-lt"/>
              </a:defRPr>
            </a:defPPr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449580" marR="0" lvl="1" indent="-231775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</a:defRPr>
            </a:lvl2pPr>
            <a:lvl3pPr marL="719455" marR="0" lvl="2" indent="-276225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</a:defRPr>
            </a:lvl3pPr>
            <a:lvl4pPr marL="987425" marR="0" lvl="3" indent="-262255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tabLst>
                <a:tab pos="899795" algn="l"/>
              </a:tabLst>
              <a:defRPr kumimoji="0" sz="1400" b="0" i="0" u="none" strike="noStrike" cap="none" spc="150" normalizeH="0" baseline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</a:defRPr>
            </a:lvl4pPr>
            <a:lvl5pPr marL="1256030" marR="0" lvl="4" indent="-262255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</a:pPr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11" name="标题"/>
          <p:cNvSpPr txBox="1">
            <a:spLocks noGrp="1"/>
          </p:cNvSpPr>
          <p:nvPr>
            <p:ph type="title" idx="5" hasCustomPrompt="1"/>
            <p:custDataLst>
              <p:tags r:id="rId6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0" i="0" u="none" strike="noStrike" kern="1200" cap="none" spc="0" normalizeH="0" baseline="0" noProof="1" dirty="0">
                <a:ln>
                  <a:noFill/>
                  <a:prstDash val="sysDot"/>
                </a:ln>
                <a:gradFill>
                  <a:gsLst>
                    <a:gs pos="14000">
                      <a:schemeClr val="accent1"/>
                    </a:gs>
                    <a:gs pos="92000">
                      <a:schemeClr val="accent1"/>
                    </a:gs>
                    <a:gs pos="54000">
                      <a:schemeClr val="tx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"/>
          <p:cNvSpPr txBox="1">
            <a:spLocks noGrp="1"/>
          </p:cNvSpPr>
          <p:nvPr>
            <p:ph type="title" idx="1" hasCustomPrompt="1"/>
            <p:custDataLst>
              <p:tags r:id="rId2"/>
            </p:custDataLst>
          </p:nvPr>
        </p:nvSpPr>
        <p:spPr>
          <a:xfrm>
            <a:off x="461645" y="5461000"/>
            <a:ext cx="7330440" cy="126047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8000" b="0" i="0" u="none" strike="noStrike" kern="1200" cap="none" spc="0" normalizeH="0" baseline="0" noProof="1" dirty="0">
                <a:gradFill>
                  <a:gsLst>
                    <a:gs pos="14000">
                      <a:schemeClr val="accent1"/>
                    </a:gs>
                    <a:gs pos="92000">
                      <a:schemeClr val="accent1"/>
                    </a:gs>
                    <a:gs pos="54000">
                      <a:schemeClr val="tx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圆: 空心 4"/>
          <p:cNvSpPr/>
          <p:nvPr>
            <p:custDataLst>
              <p:tags r:id="rId2"/>
            </p:custDataLst>
          </p:nvPr>
        </p:nvSpPr>
        <p:spPr>
          <a:xfrm>
            <a:off x="4152265" y="1443355"/>
            <a:ext cx="735330" cy="735330"/>
          </a:xfrm>
          <a:prstGeom prst="donut">
            <a:avLst>
              <a:gd name="adj" fmla="val 7946"/>
            </a:avLst>
          </a:prstGeom>
          <a:gradFill flip="none" rotWithShape="1">
            <a:gsLst>
              <a:gs pos="0">
                <a:schemeClr val="accent1"/>
              </a:gs>
              <a:gs pos="52000">
                <a:schemeClr val="accent1">
                  <a:alpha val="0"/>
                </a:schemeClr>
              </a:gs>
            </a:gsLst>
            <a:lin ang="4200000" scaled="0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圆: 空心 5"/>
          <p:cNvSpPr/>
          <p:nvPr>
            <p:custDataLst>
              <p:tags r:id="rId3"/>
            </p:custDataLst>
          </p:nvPr>
        </p:nvSpPr>
        <p:spPr>
          <a:xfrm>
            <a:off x="4129405" y="1414145"/>
            <a:ext cx="770890" cy="770890"/>
          </a:xfrm>
          <a:prstGeom prst="donut">
            <a:avLst>
              <a:gd name="adj" fmla="val 14539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圆: 空心 3"/>
          <p:cNvSpPr/>
          <p:nvPr>
            <p:custDataLst>
              <p:tags r:id="rId4"/>
            </p:custDataLst>
          </p:nvPr>
        </p:nvSpPr>
        <p:spPr>
          <a:xfrm>
            <a:off x="3839210" y="1111885"/>
            <a:ext cx="1322070" cy="1322070"/>
          </a:xfrm>
          <a:prstGeom prst="donut">
            <a:avLst>
              <a:gd name="adj" fmla="val 18117"/>
            </a:avLst>
          </a:prstGeom>
          <a:gradFill flip="none" rotWithShape="1">
            <a:gsLst>
              <a:gs pos="0">
                <a:schemeClr val="accent1"/>
              </a:gs>
              <a:gs pos="75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4" name="直接连接符 13"/>
          <p:cNvCxnSpPr/>
          <p:nvPr>
            <p:custDataLst>
              <p:tags r:id="rId5"/>
            </p:custDataLst>
          </p:nvPr>
        </p:nvCxnSpPr>
        <p:spPr>
          <a:xfrm flipH="1">
            <a:off x="4491878" y="2207906"/>
            <a:ext cx="8312" cy="2358369"/>
          </a:xfrm>
          <a:prstGeom prst="line">
            <a:avLst/>
          </a:prstGeom>
          <a:ln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任意多边形 21"/>
          <p:cNvSpPr/>
          <p:nvPr>
            <p:custDataLst>
              <p:tags r:id="rId6"/>
            </p:custDataLst>
          </p:nvPr>
        </p:nvSpPr>
        <p:spPr>
          <a:xfrm rot="7500000" flipV="1">
            <a:off x="5943600" y="3218815"/>
            <a:ext cx="348615" cy="4824095"/>
          </a:xfrm>
          <a:custGeom>
            <a:avLst/>
            <a:gdLst>
              <a:gd name="connsiteX0" fmla="*/ 465 w 549"/>
              <a:gd name="connsiteY0" fmla="*/ 37 h 7846"/>
              <a:gd name="connsiteX1" fmla="*/ 496 w 549"/>
              <a:gd name="connsiteY1" fmla="*/ 0 h 7846"/>
              <a:gd name="connsiteX2" fmla="*/ 549 w 549"/>
              <a:gd name="connsiteY2" fmla="*/ 7116 h 7846"/>
              <a:gd name="connsiteX3" fmla="*/ 0 w 549"/>
              <a:gd name="connsiteY3" fmla="*/ 7846 h 7846"/>
              <a:gd name="connsiteX4" fmla="*/ 465 w 549"/>
              <a:gd name="connsiteY4" fmla="*/ 37 h 7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9" h="7846">
                <a:moveTo>
                  <a:pt x="465" y="37"/>
                </a:moveTo>
                <a:lnTo>
                  <a:pt x="496" y="0"/>
                </a:lnTo>
                <a:lnTo>
                  <a:pt x="549" y="7116"/>
                </a:lnTo>
                <a:lnTo>
                  <a:pt x="0" y="7846"/>
                </a:lnTo>
                <a:lnTo>
                  <a:pt x="465" y="37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">
                <a:schemeClr val="accent1"/>
              </a:gs>
              <a:gs pos="33000">
                <a:schemeClr val="accent1">
                  <a:alpha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0800000" scaled="0"/>
          </a:gradFill>
          <a:ln>
            <a:noFill/>
            <a:prstDash val="solid"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任意多边形 22"/>
          <p:cNvSpPr/>
          <p:nvPr>
            <p:custDataLst>
              <p:tags r:id="rId7"/>
            </p:custDataLst>
          </p:nvPr>
        </p:nvSpPr>
        <p:spPr>
          <a:xfrm rot="6300000">
            <a:off x="5315585" y="-1616710"/>
            <a:ext cx="1153795" cy="13151486"/>
          </a:xfrm>
          <a:custGeom>
            <a:avLst/>
            <a:gdLst>
              <a:gd name="connsiteX0" fmla="*/ 20 w 215"/>
              <a:gd name="connsiteY0" fmla="*/ 90 h 20058"/>
              <a:gd name="connsiteX1" fmla="*/ 213 w 215"/>
              <a:gd name="connsiteY1" fmla="*/ 0 h 20058"/>
              <a:gd name="connsiteX2" fmla="*/ 63 w 215"/>
              <a:gd name="connsiteY2" fmla="*/ 20052 h 20058"/>
              <a:gd name="connsiteX3" fmla="*/ 0 w 215"/>
              <a:gd name="connsiteY3" fmla="*/ 20058 h 20058"/>
              <a:gd name="connsiteX4" fmla="*/ 20 w 215"/>
              <a:gd name="connsiteY4" fmla="*/ 90 h 20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" h="20058">
                <a:moveTo>
                  <a:pt x="20" y="90"/>
                </a:moveTo>
                <a:lnTo>
                  <a:pt x="213" y="0"/>
                </a:lnTo>
                <a:cubicBezTo>
                  <a:pt x="235" y="6035"/>
                  <a:pt x="95" y="19645"/>
                  <a:pt x="63" y="20052"/>
                </a:cubicBezTo>
                <a:lnTo>
                  <a:pt x="0" y="20058"/>
                </a:lnTo>
                <a:lnTo>
                  <a:pt x="20" y="9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40000"/>
                </a:schemeClr>
              </a:gs>
              <a:gs pos="18000">
                <a:schemeClr val="accent1">
                  <a:alpha val="20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noFill/>
            <a:prstDash val="solid"/>
          </a:ln>
          <a:effectLst>
            <a:softEdge rad="1778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任意多边形 23"/>
          <p:cNvSpPr/>
          <p:nvPr>
            <p:custDataLst>
              <p:tags r:id="rId8"/>
            </p:custDataLst>
          </p:nvPr>
        </p:nvSpPr>
        <p:spPr>
          <a:xfrm rot="4080000" flipH="1">
            <a:off x="2178685" y="2969895"/>
            <a:ext cx="384810" cy="5331460"/>
          </a:xfrm>
          <a:custGeom>
            <a:avLst/>
            <a:gdLst>
              <a:gd name="connsiteX0" fmla="*/ 432 w 497"/>
              <a:gd name="connsiteY0" fmla="*/ 0 h 8455"/>
              <a:gd name="connsiteX1" fmla="*/ 489 w 497"/>
              <a:gd name="connsiteY1" fmla="*/ 42 h 8455"/>
              <a:gd name="connsiteX2" fmla="*/ 497 w 497"/>
              <a:gd name="connsiteY2" fmla="*/ 8291 h 8455"/>
              <a:gd name="connsiteX3" fmla="*/ 0 w 497"/>
              <a:gd name="connsiteY3" fmla="*/ 8455 h 8455"/>
              <a:gd name="connsiteX4" fmla="*/ 432 w 497"/>
              <a:gd name="connsiteY4" fmla="*/ 0 h 8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" h="8455">
                <a:moveTo>
                  <a:pt x="432" y="0"/>
                </a:moveTo>
                <a:lnTo>
                  <a:pt x="489" y="42"/>
                </a:lnTo>
                <a:lnTo>
                  <a:pt x="497" y="8291"/>
                </a:lnTo>
                <a:lnTo>
                  <a:pt x="0" y="8455"/>
                </a:lnTo>
                <a:lnTo>
                  <a:pt x="43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">
                <a:schemeClr val="accent1"/>
              </a:gs>
              <a:gs pos="30000">
                <a:schemeClr val="accent1">
                  <a:alpha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0800000" scaled="0"/>
          </a:gradFill>
          <a:ln>
            <a:noFill/>
            <a:prstDash val="solid"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>
              <a:sym typeface="+mn-lt"/>
            </a:endParaRPr>
          </a:p>
        </p:txBody>
      </p:sp>
      <p:sp>
        <p:nvSpPr>
          <p:cNvPr id="25" name="任意多边形 24"/>
          <p:cNvSpPr/>
          <p:nvPr>
            <p:custDataLst>
              <p:tags r:id="rId9"/>
            </p:custDataLst>
          </p:nvPr>
        </p:nvSpPr>
        <p:spPr>
          <a:xfrm rot="6360000">
            <a:off x="5643245" y="-1477645"/>
            <a:ext cx="136525" cy="12736830"/>
          </a:xfrm>
          <a:custGeom>
            <a:avLst/>
            <a:gdLst>
              <a:gd name="connsiteX0" fmla="*/ 20 w 215"/>
              <a:gd name="connsiteY0" fmla="*/ 90 h 20058"/>
              <a:gd name="connsiteX1" fmla="*/ 213 w 215"/>
              <a:gd name="connsiteY1" fmla="*/ 0 h 20058"/>
              <a:gd name="connsiteX2" fmla="*/ 63 w 215"/>
              <a:gd name="connsiteY2" fmla="*/ 20052 h 20058"/>
              <a:gd name="connsiteX3" fmla="*/ 0 w 215"/>
              <a:gd name="connsiteY3" fmla="*/ 20058 h 20058"/>
              <a:gd name="connsiteX4" fmla="*/ 20 w 215"/>
              <a:gd name="connsiteY4" fmla="*/ 90 h 20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" h="20058">
                <a:moveTo>
                  <a:pt x="20" y="90"/>
                </a:moveTo>
                <a:lnTo>
                  <a:pt x="213" y="0"/>
                </a:lnTo>
                <a:cubicBezTo>
                  <a:pt x="235" y="6035"/>
                  <a:pt x="95" y="19645"/>
                  <a:pt x="63" y="20052"/>
                </a:cubicBezTo>
                <a:lnTo>
                  <a:pt x="0" y="20058"/>
                </a:lnTo>
                <a:lnTo>
                  <a:pt x="20" y="9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20000">
                <a:schemeClr val="accent1"/>
              </a:gs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noFill/>
            <a:prstDash val="solid"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节编号"/>
          <p:cNvSpPr txBox="1">
            <a:spLocks noGrp="1"/>
          </p:cNvSpPr>
          <p:nvPr>
            <p:ph type="body" idx="2" hasCustomPrompt="1"/>
            <p:custDataLst>
              <p:tags r:id="rId10"/>
            </p:custDataLst>
          </p:nvPr>
        </p:nvSpPr>
        <p:spPr>
          <a:xfrm>
            <a:off x="4823624" y="1972572"/>
            <a:ext cx="5628640" cy="622697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200" b="0" i="0" u="none" strike="noStrike" kern="1200" cap="none" spc="0" normalizeH="0" baseline="0" noProof="1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>
                <a:latin typeface="+mn-lt"/>
                <a:sym typeface="+mn-ea"/>
              </a:rPr>
              <a:t>Click to add text</a:t>
            </a:r>
            <a:endParaRPr>
              <a:sym typeface="+mn-ea"/>
            </a:endParaRPr>
          </a:p>
        </p:txBody>
      </p:sp>
      <p:sp>
        <p:nvSpPr>
          <p:cNvPr id="7" name="标题"/>
          <p:cNvSpPr txBox="1">
            <a:spLocks noGrp="1"/>
          </p:cNvSpPr>
          <p:nvPr>
            <p:ph type="title" idx="1" hasCustomPrompt="1"/>
            <p:custDataLst>
              <p:tags r:id="rId11"/>
            </p:custDataLst>
          </p:nvPr>
        </p:nvSpPr>
        <p:spPr>
          <a:xfrm>
            <a:off x="4823460" y="2704465"/>
            <a:ext cx="6529705" cy="299974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400" b="0" i="0" u="none" strike="noStrike" kern="1200" cap="none" spc="0" normalizeH="0" baseline="0" noProof="1" dirty="0">
                <a:gradFill flip="none" rotWithShape="1">
                  <a:gsLst>
                    <a:gs pos="14000">
                      <a:schemeClr val="accent1"/>
                    </a:gs>
                    <a:gs pos="92000">
                      <a:schemeClr val="accent1"/>
                    </a:gs>
                    <a:gs pos="54000">
                      <a:schemeClr val="tx1"/>
                    </a:gs>
                  </a:gsLst>
                  <a:lin ang="0" scaled="1"/>
                  <a:tileRect/>
                </a:gra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showMasterSp="0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圆: 空心 3"/>
          <p:cNvSpPr/>
          <p:nvPr userDrawn="1">
            <p:custDataLst>
              <p:tags r:id="rId2"/>
            </p:custDataLst>
          </p:nvPr>
        </p:nvSpPr>
        <p:spPr>
          <a:xfrm>
            <a:off x="358140" y="361565"/>
            <a:ext cx="615950" cy="615950"/>
          </a:xfrm>
          <a:prstGeom prst="donut">
            <a:avLst>
              <a:gd name="adj" fmla="val 7946"/>
            </a:avLst>
          </a:prstGeom>
          <a:gradFill flip="none" rotWithShape="1">
            <a:gsLst>
              <a:gs pos="0">
                <a:schemeClr val="accent1"/>
              </a:gs>
              <a:gs pos="52000">
                <a:schemeClr val="accent1">
                  <a:alpha val="0"/>
                </a:schemeClr>
              </a:gs>
            </a:gsLst>
            <a:lin ang="4200000" scaled="0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圆: 空心 4"/>
          <p:cNvSpPr/>
          <p:nvPr userDrawn="1">
            <p:custDataLst>
              <p:tags r:id="rId3"/>
            </p:custDataLst>
          </p:nvPr>
        </p:nvSpPr>
        <p:spPr>
          <a:xfrm>
            <a:off x="339090" y="336800"/>
            <a:ext cx="645795" cy="645795"/>
          </a:xfrm>
          <a:prstGeom prst="donut">
            <a:avLst>
              <a:gd name="adj" fmla="val 14539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圆: 空心 5"/>
          <p:cNvSpPr/>
          <p:nvPr userDrawn="1">
            <p:custDataLst>
              <p:tags r:id="rId4"/>
            </p:custDataLst>
          </p:nvPr>
        </p:nvSpPr>
        <p:spPr>
          <a:xfrm>
            <a:off x="95885" y="83435"/>
            <a:ext cx="1107440" cy="1107440"/>
          </a:xfrm>
          <a:prstGeom prst="donut">
            <a:avLst>
              <a:gd name="adj" fmla="val 18117"/>
            </a:avLst>
          </a:prstGeom>
          <a:gradFill flip="none" rotWithShape="1">
            <a:gsLst>
              <a:gs pos="0">
                <a:schemeClr val="accent1"/>
              </a:gs>
              <a:gs pos="75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正文"/>
          <p:cNvSpPr txBox="1">
            <a:spLocks noGrp="1"/>
          </p:cNvSpPr>
          <p:nvPr>
            <p:ph idx="7" hasCustomPrompt="1"/>
            <p:custDataLst>
              <p:tags r:id="rId5"/>
            </p:custDataLst>
          </p:nvPr>
        </p:nvSpPr>
        <p:spPr>
          <a:xfrm>
            <a:off x="6400805" y="1490357"/>
            <a:ext cx="5176800" cy="4759236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>
                <a:latin typeface="+mn-lt"/>
                <a:sym typeface="+mn-ea"/>
              </a:rPr>
              <a:t>Click to add text</a:t>
            </a:r>
            <a:endParaRPr>
              <a:sym typeface="+mn-ea"/>
            </a:endParaRPr>
          </a:p>
        </p:txBody>
      </p:sp>
      <p:sp>
        <p:nvSpPr>
          <p:cNvPr id="13" name="正文"/>
          <p:cNvSpPr txBox="1">
            <a:spLocks noGrp="1"/>
          </p:cNvSpPr>
          <p:nvPr>
            <p:ph idx="6" hasCustomPrompt="1"/>
            <p:custDataLst>
              <p:tags r:id="rId6"/>
            </p:custDataLst>
          </p:nvPr>
        </p:nvSpPr>
        <p:spPr>
          <a:xfrm>
            <a:off x="608400" y="1490357"/>
            <a:ext cx="5176800" cy="4759236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10" name="标题"/>
          <p:cNvSpPr txBox="1">
            <a:spLocks noGrp="1"/>
          </p:cNvSpPr>
          <p:nvPr>
            <p:ph type="title" idx="5" hasCustomPrompt="1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0" i="0" u="none" strike="noStrike" kern="1200" cap="none" spc="0" normalizeH="0" baseline="0" noProof="1" dirty="0">
                <a:ln>
                  <a:noFill/>
                  <a:prstDash val="sysDot"/>
                </a:ln>
                <a:gradFill>
                  <a:gsLst>
                    <a:gs pos="14000">
                      <a:schemeClr val="accent1"/>
                    </a:gs>
                    <a:gs pos="92000">
                      <a:schemeClr val="accent1"/>
                    </a:gs>
                    <a:gs pos="54000">
                      <a:schemeClr val="tx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 showMasterSp="0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圆: 空心 3"/>
          <p:cNvSpPr/>
          <p:nvPr userDrawn="1">
            <p:custDataLst>
              <p:tags r:id="rId2"/>
            </p:custDataLst>
          </p:nvPr>
        </p:nvSpPr>
        <p:spPr>
          <a:xfrm>
            <a:off x="358140" y="361565"/>
            <a:ext cx="615950" cy="615950"/>
          </a:xfrm>
          <a:prstGeom prst="donut">
            <a:avLst>
              <a:gd name="adj" fmla="val 7946"/>
            </a:avLst>
          </a:prstGeom>
          <a:gradFill flip="none" rotWithShape="1">
            <a:gsLst>
              <a:gs pos="0">
                <a:schemeClr val="accent1"/>
              </a:gs>
              <a:gs pos="52000">
                <a:schemeClr val="accent1">
                  <a:alpha val="0"/>
                </a:schemeClr>
              </a:gs>
            </a:gsLst>
            <a:lin ang="4200000" scaled="0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圆: 空心 4"/>
          <p:cNvSpPr/>
          <p:nvPr userDrawn="1">
            <p:custDataLst>
              <p:tags r:id="rId3"/>
            </p:custDataLst>
          </p:nvPr>
        </p:nvSpPr>
        <p:spPr>
          <a:xfrm>
            <a:off x="339090" y="336800"/>
            <a:ext cx="645795" cy="645795"/>
          </a:xfrm>
          <a:prstGeom prst="donut">
            <a:avLst>
              <a:gd name="adj" fmla="val 14539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圆: 空心 5"/>
          <p:cNvSpPr/>
          <p:nvPr userDrawn="1">
            <p:custDataLst>
              <p:tags r:id="rId4"/>
            </p:custDataLst>
          </p:nvPr>
        </p:nvSpPr>
        <p:spPr>
          <a:xfrm>
            <a:off x="95885" y="83435"/>
            <a:ext cx="1107440" cy="1107440"/>
          </a:xfrm>
          <a:prstGeom prst="donut">
            <a:avLst>
              <a:gd name="adj" fmla="val 18117"/>
            </a:avLst>
          </a:prstGeom>
          <a:gradFill flip="none" rotWithShape="1">
            <a:gsLst>
              <a:gs pos="0">
                <a:schemeClr val="accent1"/>
              </a:gs>
              <a:gs pos="75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正文"/>
          <p:cNvSpPr txBox="1">
            <a:spLocks noGrp="1"/>
          </p:cNvSpPr>
          <p:nvPr>
            <p:ph idx="9" hasCustomPrompt="1"/>
            <p:custDataLst>
              <p:tags r:id="rId5"/>
            </p:custDataLst>
          </p:nvPr>
        </p:nvSpPr>
        <p:spPr>
          <a:xfrm>
            <a:off x="6235200" y="1854000"/>
            <a:ext cx="5342400" cy="43956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>
                <a:latin typeface="+mn-lt"/>
                <a:sym typeface="+mn-ea"/>
              </a:rPr>
              <a:t>Click to add text</a:t>
            </a:r>
            <a:endParaRPr>
              <a:sym typeface="+mn-ea"/>
            </a:endParaRPr>
          </a:p>
        </p:txBody>
      </p:sp>
      <p:sp>
        <p:nvSpPr>
          <p:cNvPr id="17" name="标题"/>
          <p:cNvSpPr txBox="1">
            <a:spLocks noGrp="1"/>
          </p:cNvSpPr>
          <p:nvPr>
            <p:ph type="title" idx="8" hasCustomPrompt="1"/>
            <p:custDataLst>
              <p:tags r:id="rId6"/>
            </p:custDataLst>
          </p:nvPr>
        </p:nvSpPr>
        <p:spPr>
          <a:xfrm>
            <a:off x="6235200" y="1429200"/>
            <a:ext cx="5342400" cy="40011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000" b="1" i="0" u="none" strike="noStrike" kern="1200" cap="none" spc="0" normalizeH="0" baseline="0" noProof="1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>
                <a:latin typeface="+mj-lt"/>
                <a:sym typeface="+mn-ea"/>
              </a:rPr>
              <a:t>Click to add title</a:t>
            </a:r>
            <a:endParaRPr>
              <a:sym typeface="+mn-ea"/>
            </a:endParaRPr>
          </a:p>
        </p:txBody>
      </p:sp>
      <p:sp>
        <p:nvSpPr>
          <p:cNvPr id="16" name="正文"/>
          <p:cNvSpPr txBox="1">
            <a:spLocks noGrp="1"/>
          </p:cNvSpPr>
          <p:nvPr>
            <p:ph idx="7" hasCustomPrompt="1"/>
            <p:custDataLst>
              <p:tags r:id="rId7"/>
            </p:custDataLst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>
                <a:latin typeface="+mn-lt"/>
                <a:sym typeface="+mn-ea"/>
              </a:rPr>
              <a:t>Click to add text</a:t>
            </a:r>
            <a:endParaRPr>
              <a:sym typeface="+mn-ea"/>
            </a:endParaRPr>
          </a:p>
        </p:txBody>
      </p:sp>
      <p:sp>
        <p:nvSpPr>
          <p:cNvPr id="15" name="标题"/>
          <p:cNvSpPr txBox="1">
            <a:spLocks noGrp="1"/>
          </p:cNvSpPr>
          <p:nvPr>
            <p:ph type="title" idx="6" hasCustomPrompt="1"/>
            <p:custDataLst>
              <p:tags r:id="rId8"/>
            </p:custDataLst>
          </p:nvPr>
        </p:nvSpPr>
        <p:spPr>
          <a:xfrm>
            <a:off x="608400" y="1429200"/>
            <a:ext cx="5342400" cy="40011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000" b="1" i="0" u="none" strike="noStrike" kern="1200" cap="none" spc="0" normalizeH="0" baseline="0" noProof="1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>
                <a:latin typeface="+mj-lt"/>
                <a:sym typeface="+mn-ea"/>
              </a:rPr>
              <a:t>Click to add title</a:t>
            </a:r>
            <a:endParaRPr>
              <a:sym typeface="+mn-ea"/>
            </a:endParaRPr>
          </a:p>
        </p:txBody>
      </p:sp>
      <p:sp>
        <p:nvSpPr>
          <p:cNvPr id="13" name="标题"/>
          <p:cNvSpPr txBox="1">
            <a:spLocks noGrp="1"/>
          </p:cNvSpPr>
          <p:nvPr>
            <p:ph type="title" idx="5" hasCustomPrompt="1"/>
            <p:custDataLst>
              <p:tags r:id="rId9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0" i="0" u="none" strike="noStrike" kern="1200" cap="none" spc="0" normalizeH="0" baseline="0" noProof="1" dirty="0">
                <a:ln>
                  <a:noFill/>
                  <a:prstDash val="sysDot"/>
                </a:ln>
                <a:gradFill>
                  <a:gsLst>
                    <a:gs pos="14000">
                      <a:schemeClr val="accent1"/>
                    </a:gs>
                    <a:gs pos="92000">
                      <a:schemeClr val="accent1"/>
                    </a:gs>
                    <a:gs pos="54000">
                      <a:schemeClr val="tx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Sp="0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圆: 空心 3"/>
          <p:cNvSpPr/>
          <p:nvPr userDrawn="1">
            <p:custDataLst>
              <p:tags r:id="rId2"/>
            </p:custDataLst>
          </p:nvPr>
        </p:nvSpPr>
        <p:spPr>
          <a:xfrm>
            <a:off x="358140" y="361565"/>
            <a:ext cx="615950" cy="615950"/>
          </a:xfrm>
          <a:prstGeom prst="donut">
            <a:avLst>
              <a:gd name="adj" fmla="val 7946"/>
            </a:avLst>
          </a:prstGeom>
          <a:gradFill flip="none" rotWithShape="1">
            <a:gsLst>
              <a:gs pos="0">
                <a:schemeClr val="accent1"/>
              </a:gs>
              <a:gs pos="52000">
                <a:schemeClr val="accent1">
                  <a:alpha val="0"/>
                </a:schemeClr>
              </a:gs>
            </a:gsLst>
            <a:lin ang="4200000" scaled="0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圆: 空心 4"/>
          <p:cNvSpPr/>
          <p:nvPr userDrawn="1">
            <p:custDataLst>
              <p:tags r:id="rId3"/>
            </p:custDataLst>
          </p:nvPr>
        </p:nvSpPr>
        <p:spPr>
          <a:xfrm>
            <a:off x="339090" y="336800"/>
            <a:ext cx="645795" cy="645795"/>
          </a:xfrm>
          <a:prstGeom prst="donut">
            <a:avLst>
              <a:gd name="adj" fmla="val 14539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圆: 空心 5"/>
          <p:cNvSpPr/>
          <p:nvPr userDrawn="1">
            <p:custDataLst>
              <p:tags r:id="rId4"/>
            </p:custDataLst>
          </p:nvPr>
        </p:nvSpPr>
        <p:spPr>
          <a:xfrm>
            <a:off x="95885" y="83435"/>
            <a:ext cx="1107440" cy="1107440"/>
          </a:xfrm>
          <a:prstGeom prst="donut">
            <a:avLst>
              <a:gd name="adj" fmla="val 18117"/>
            </a:avLst>
          </a:prstGeom>
          <a:gradFill flip="none" rotWithShape="1">
            <a:gsLst>
              <a:gs pos="0">
                <a:schemeClr val="accent1"/>
              </a:gs>
              <a:gs pos="75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标题"/>
          <p:cNvSpPr txBox="1">
            <a:spLocks noGrp="1"/>
          </p:cNvSpPr>
          <p:nvPr>
            <p:ph type="title" idx="5" hasCustomPrompt="1"/>
            <p:custDataLst>
              <p:tags r:id="rId5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0" i="0" u="none" strike="noStrike" kern="1200" cap="none" spc="0" normalizeH="0" baseline="0" noProof="1" dirty="0">
                <a:ln>
                  <a:noFill/>
                  <a:prstDash val="sysDot"/>
                </a:ln>
                <a:gradFill>
                  <a:gsLst>
                    <a:gs pos="14000">
                      <a:schemeClr val="accent1"/>
                    </a:gs>
                    <a:gs pos="92000">
                      <a:schemeClr val="accent1"/>
                    </a:gs>
                    <a:gs pos="54000">
                      <a:schemeClr val="tx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圆: 空心 3"/>
          <p:cNvSpPr/>
          <p:nvPr userDrawn="1">
            <p:custDataLst>
              <p:tags r:id="rId2"/>
            </p:custDataLst>
          </p:nvPr>
        </p:nvSpPr>
        <p:spPr>
          <a:xfrm>
            <a:off x="358140" y="361565"/>
            <a:ext cx="615950" cy="615950"/>
          </a:xfrm>
          <a:prstGeom prst="donut">
            <a:avLst>
              <a:gd name="adj" fmla="val 7946"/>
            </a:avLst>
          </a:prstGeom>
          <a:gradFill flip="none" rotWithShape="1">
            <a:gsLst>
              <a:gs pos="0">
                <a:schemeClr val="accent1"/>
              </a:gs>
              <a:gs pos="52000">
                <a:schemeClr val="accent1">
                  <a:alpha val="0"/>
                </a:schemeClr>
              </a:gs>
            </a:gsLst>
            <a:lin ang="4200000" scaled="0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圆: 空心 4"/>
          <p:cNvSpPr/>
          <p:nvPr userDrawn="1">
            <p:custDataLst>
              <p:tags r:id="rId3"/>
            </p:custDataLst>
          </p:nvPr>
        </p:nvSpPr>
        <p:spPr>
          <a:xfrm>
            <a:off x="339090" y="336800"/>
            <a:ext cx="645795" cy="645795"/>
          </a:xfrm>
          <a:prstGeom prst="donut">
            <a:avLst>
              <a:gd name="adj" fmla="val 14539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圆: 空心 5"/>
          <p:cNvSpPr/>
          <p:nvPr userDrawn="1">
            <p:custDataLst>
              <p:tags r:id="rId4"/>
            </p:custDataLst>
          </p:nvPr>
        </p:nvSpPr>
        <p:spPr>
          <a:xfrm>
            <a:off x="95885" y="83435"/>
            <a:ext cx="1107440" cy="1107440"/>
          </a:xfrm>
          <a:prstGeom prst="donut">
            <a:avLst>
              <a:gd name="adj" fmla="val 18117"/>
            </a:avLst>
          </a:prstGeom>
          <a:gradFill flip="none" rotWithShape="1">
            <a:gsLst>
              <a:gs pos="0">
                <a:schemeClr val="accent1"/>
              </a:gs>
              <a:gs pos="75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圆: 空心 3"/>
          <p:cNvSpPr/>
          <p:nvPr userDrawn="1">
            <p:custDataLst>
              <p:tags r:id="rId2"/>
            </p:custDataLst>
          </p:nvPr>
        </p:nvSpPr>
        <p:spPr>
          <a:xfrm>
            <a:off x="358140" y="361565"/>
            <a:ext cx="615950" cy="615950"/>
          </a:xfrm>
          <a:prstGeom prst="donut">
            <a:avLst>
              <a:gd name="adj" fmla="val 7946"/>
            </a:avLst>
          </a:prstGeom>
          <a:gradFill flip="none" rotWithShape="1">
            <a:gsLst>
              <a:gs pos="0">
                <a:schemeClr val="accent1"/>
              </a:gs>
              <a:gs pos="52000">
                <a:schemeClr val="accent1">
                  <a:alpha val="0"/>
                </a:schemeClr>
              </a:gs>
            </a:gsLst>
            <a:lin ang="4200000" scaled="0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圆: 空心 4"/>
          <p:cNvSpPr/>
          <p:nvPr userDrawn="1">
            <p:custDataLst>
              <p:tags r:id="rId3"/>
            </p:custDataLst>
          </p:nvPr>
        </p:nvSpPr>
        <p:spPr>
          <a:xfrm>
            <a:off x="339090" y="336800"/>
            <a:ext cx="645795" cy="645795"/>
          </a:xfrm>
          <a:prstGeom prst="donut">
            <a:avLst>
              <a:gd name="adj" fmla="val 14539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圆: 空心 5"/>
          <p:cNvSpPr/>
          <p:nvPr userDrawn="1">
            <p:custDataLst>
              <p:tags r:id="rId4"/>
            </p:custDataLst>
          </p:nvPr>
        </p:nvSpPr>
        <p:spPr>
          <a:xfrm>
            <a:off x="95885" y="83435"/>
            <a:ext cx="1107440" cy="1107440"/>
          </a:xfrm>
          <a:prstGeom prst="donut">
            <a:avLst>
              <a:gd name="adj" fmla="val 18117"/>
            </a:avLst>
          </a:prstGeom>
          <a:gradFill flip="none" rotWithShape="1">
            <a:gsLst>
              <a:gs pos="0">
                <a:schemeClr val="accent1"/>
              </a:gs>
              <a:gs pos="75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正文"/>
          <p:cNvSpPr txBox="1">
            <a:spLocks noGrp="1"/>
          </p:cNvSpPr>
          <p:nvPr>
            <p:ph idx="1" hasCustomPrompt="1"/>
            <p:custDataLst>
              <p:tags r:id="rId5"/>
            </p:custDataLst>
          </p:nvPr>
        </p:nvSpPr>
        <p:spPr>
          <a:xfrm>
            <a:off x="695960" y="360045"/>
            <a:ext cx="10801985" cy="581787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Sp="0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: 空心 3"/>
          <p:cNvSpPr/>
          <p:nvPr userDrawn="1">
            <p:custDataLst>
              <p:tags r:id="rId2"/>
            </p:custDataLst>
          </p:nvPr>
        </p:nvSpPr>
        <p:spPr>
          <a:xfrm>
            <a:off x="358140" y="361565"/>
            <a:ext cx="615950" cy="615950"/>
          </a:xfrm>
          <a:prstGeom prst="donut">
            <a:avLst>
              <a:gd name="adj" fmla="val 7946"/>
            </a:avLst>
          </a:prstGeom>
          <a:gradFill flip="none" rotWithShape="1">
            <a:gsLst>
              <a:gs pos="0">
                <a:schemeClr val="accent1"/>
              </a:gs>
              <a:gs pos="52000">
                <a:schemeClr val="accent1">
                  <a:alpha val="0"/>
                </a:schemeClr>
              </a:gs>
            </a:gsLst>
            <a:lin ang="4200000" scaled="0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圆: 空心 4"/>
          <p:cNvSpPr/>
          <p:nvPr userDrawn="1">
            <p:custDataLst>
              <p:tags r:id="rId3"/>
            </p:custDataLst>
          </p:nvPr>
        </p:nvSpPr>
        <p:spPr>
          <a:xfrm>
            <a:off x="339090" y="336800"/>
            <a:ext cx="645795" cy="645795"/>
          </a:xfrm>
          <a:prstGeom prst="donut">
            <a:avLst>
              <a:gd name="adj" fmla="val 14539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圆: 空心 5"/>
          <p:cNvSpPr/>
          <p:nvPr userDrawn="1">
            <p:custDataLst>
              <p:tags r:id="rId4"/>
            </p:custDataLst>
          </p:nvPr>
        </p:nvSpPr>
        <p:spPr>
          <a:xfrm>
            <a:off x="95885" y="83435"/>
            <a:ext cx="1107440" cy="1107440"/>
          </a:xfrm>
          <a:prstGeom prst="donut">
            <a:avLst>
              <a:gd name="adj" fmla="val 18117"/>
            </a:avLst>
          </a:prstGeom>
          <a:gradFill flip="none" rotWithShape="1">
            <a:gsLst>
              <a:gs pos="0">
                <a:schemeClr val="accent1"/>
              </a:gs>
              <a:gs pos="75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副标题"/>
          <p:cNvSpPr txBox="1">
            <a:spLocks noGrp="1"/>
          </p:cNvSpPr>
          <p:nvPr>
            <p:ph type="body" idx="2" hasCustomPrompt="1"/>
            <p:custDataLst>
              <p:tags r:id="rId5"/>
            </p:custDataLst>
          </p:nvPr>
        </p:nvSpPr>
        <p:spPr>
          <a:xfrm>
            <a:off x="695960" y="1301750"/>
            <a:ext cx="10799088" cy="405553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000" b="0" i="0" u="none" strike="noStrike" kern="1200" cap="none" spc="0" normalizeH="0" baseline="0" noProof="1" dirty="0">
                <a:solidFill>
                  <a:schemeClr val="tx1"/>
                </a:solidFill>
                <a:uFillTx/>
                <a:latin typeface="+mj-lt"/>
              </a:defRPr>
            </a:lvl1pPr>
          </a:lstStyle>
          <a:p>
            <a:pPr lvl="0" algn="l"/>
            <a:r>
              <a:rPr dirty="0">
                <a:latin typeface="+mj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6" name="标题"/>
          <p:cNvSpPr txBox="1">
            <a:spLocks noGrp="1"/>
          </p:cNvSpPr>
          <p:nvPr>
            <p:ph type="title" idx="1" hasCustomPrompt="1"/>
            <p:custDataLst>
              <p:tags r:id="rId6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0" i="0" u="none" strike="noStrike" kern="1200" cap="none" spc="0" normalizeH="0" baseline="0" noProof="1" dirty="0">
                <a:ln>
                  <a:noFill/>
                  <a:prstDash val="sysDot"/>
                </a:ln>
                <a:gradFill>
                  <a:gsLst>
                    <a:gs pos="14000">
                      <a:schemeClr val="accent1"/>
                    </a:gs>
                    <a:gs pos="92000">
                      <a:schemeClr val="accent1"/>
                    </a:gs>
                    <a:gs pos="54000">
                      <a:schemeClr val="tx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: 空心 11"/>
          <p:cNvSpPr/>
          <p:nvPr>
            <p:custDataLst>
              <p:tags r:id="rId2"/>
            </p:custDataLst>
          </p:nvPr>
        </p:nvSpPr>
        <p:spPr>
          <a:xfrm>
            <a:off x="1423035" y="1768475"/>
            <a:ext cx="915035" cy="915035"/>
          </a:xfrm>
          <a:prstGeom prst="donut">
            <a:avLst>
              <a:gd name="adj" fmla="val 7946"/>
            </a:avLst>
          </a:prstGeom>
          <a:gradFill flip="none" rotWithShape="1">
            <a:gsLst>
              <a:gs pos="0">
                <a:schemeClr val="accent1"/>
              </a:gs>
              <a:gs pos="52000">
                <a:schemeClr val="accent1">
                  <a:alpha val="0"/>
                </a:schemeClr>
              </a:gs>
            </a:gsLst>
            <a:lin ang="4200000" scaled="0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圆: 空心 12"/>
          <p:cNvSpPr/>
          <p:nvPr>
            <p:custDataLst>
              <p:tags r:id="rId3"/>
            </p:custDataLst>
          </p:nvPr>
        </p:nvSpPr>
        <p:spPr>
          <a:xfrm>
            <a:off x="1395095" y="1731645"/>
            <a:ext cx="959485" cy="959485"/>
          </a:xfrm>
          <a:prstGeom prst="donut">
            <a:avLst>
              <a:gd name="adj" fmla="val 14539"/>
            </a:avLst>
          </a:prstGeom>
          <a:gradFill flip="none" rotWithShape="1">
            <a:gsLst>
              <a:gs pos="0">
                <a:schemeClr val="accent1">
                  <a:alpha val="40000"/>
                </a:schemeClr>
              </a:gs>
              <a:gs pos="100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圆: 空心 10"/>
          <p:cNvSpPr/>
          <p:nvPr>
            <p:custDataLst>
              <p:tags r:id="rId4"/>
            </p:custDataLst>
          </p:nvPr>
        </p:nvSpPr>
        <p:spPr>
          <a:xfrm>
            <a:off x="1033780" y="1355725"/>
            <a:ext cx="1645285" cy="1645285"/>
          </a:xfrm>
          <a:prstGeom prst="donut">
            <a:avLst>
              <a:gd name="adj" fmla="val 18117"/>
            </a:avLst>
          </a:prstGeom>
          <a:gradFill flip="none" rotWithShape="1">
            <a:gsLst>
              <a:gs pos="0">
                <a:schemeClr val="accent1"/>
              </a:gs>
              <a:gs pos="75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0" name="直接连接符 9"/>
          <p:cNvCxnSpPr/>
          <p:nvPr>
            <p:custDataLst>
              <p:tags r:id="rId5"/>
            </p:custDataLst>
          </p:nvPr>
        </p:nvCxnSpPr>
        <p:spPr>
          <a:xfrm flipH="1">
            <a:off x="1573306" y="3979863"/>
            <a:ext cx="0" cy="68400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任意多边形 8"/>
          <p:cNvSpPr/>
          <p:nvPr>
            <p:custDataLst>
              <p:tags r:id="rId6"/>
            </p:custDataLst>
          </p:nvPr>
        </p:nvSpPr>
        <p:spPr>
          <a:xfrm rot="3180000">
            <a:off x="5642610" y="3151505"/>
            <a:ext cx="348615" cy="4824095"/>
          </a:xfrm>
          <a:custGeom>
            <a:avLst/>
            <a:gdLst>
              <a:gd name="connsiteX0" fmla="*/ 465 w 549"/>
              <a:gd name="connsiteY0" fmla="*/ 37 h 7846"/>
              <a:gd name="connsiteX1" fmla="*/ 496 w 549"/>
              <a:gd name="connsiteY1" fmla="*/ 0 h 7846"/>
              <a:gd name="connsiteX2" fmla="*/ 549 w 549"/>
              <a:gd name="connsiteY2" fmla="*/ 7116 h 7846"/>
              <a:gd name="connsiteX3" fmla="*/ 0 w 549"/>
              <a:gd name="connsiteY3" fmla="*/ 7846 h 7846"/>
              <a:gd name="connsiteX4" fmla="*/ 465 w 549"/>
              <a:gd name="connsiteY4" fmla="*/ 37 h 7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9" h="7846">
                <a:moveTo>
                  <a:pt x="465" y="37"/>
                </a:moveTo>
                <a:lnTo>
                  <a:pt x="496" y="0"/>
                </a:lnTo>
                <a:lnTo>
                  <a:pt x="549" y="7116"/>
                </a:lnTo>
                <a:lnTo>
                  <a:pt x="0" y="7846"/>
                </a:lnTo>
                <a:lnTo>
                  <a:pt x="465" y="37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">
                <a:schemeClr val="accent1"/>
              </a:gs>
              <a:gs pos="33000">
                <a:schemeClr val="accent1">
                  <a:alpha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0800000" scaled="0"/>
          </a:gradFill>
          <a:ln>
            <a:noFill/>
            <a:prstDash val="solid"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任意多边形 13"/>
          <p:cNvSpPr/>
          <p:nvPr>
            <p:custDataLst>
              <p:tags r:id="rId7"/>
            </p:custDataLst>
          </p:nvPr>
        </p:nvSpPr>
        <p:spPr>
          <a:xfrm rot="15120000">
            <a:off x="5316220" y="-1681480"/>
            <a:ext cx="1153795" cy="13151486"/>
          </a:xfrm>
          <a:custGeom>
            <a:avLst/>
            <a:gdLst>
              <a:gd name="connsiteX0" fmla="*/ 20 w 215"/>
              <a:gd name="connsiteY0" fmla="*/ 90 h 20058"/>
              <a:gd name="connsiteX1" fmla="*/ 213 w 215"/>
              <a:gd name="connsiteY1" fmla="*/ 0 h 20058"/>
              <a:gd name="connsiteX2" fmla="*/ 63 w 215"/>
              <a:gd name="connsiteY2" fmla="*/ 20052 h 20058"/>
              <a:gd name="connsiteX3" fmla="*/ 0 w 215"/>
              <a:gd name="connsiteY3" fmla="*/ 20058 h 20058"/>
              <a:gd name="connsiteX4" fmla="*/ 20 w 215"/>
              <a:gd name="connsiteY4" fmla="*/ 90 h 20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" h="20058">
                <a:moveTo>
                  <a:pt x="20" y="90"/>
                </a:moveTo>
                <a:lnTo>
                  <a:pt x="213" y="0"/>
                </a:lnTo>
                <a:cubicBezTo>
                  <a:pt x="235" y="6035"/>
                  <a:pt x="95" y="19645"/>
                  <a:pt x="63" y="20052"/>
                </a:cubicBezTo>
                <a:lnTo>
                  <a:pt x="0" y="20058"/>
                </a:lnTo>
                <a:lnTo>
                  <a:pt x="20" y="9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40000"/>
                </a:schemeClr>
              </a:gs>
              <a:gs pos="18000">
                <a:schemeClr val="accent1">
                  <a:alpha val="20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noFill/>
            <a:prstDash val="solid"/>
          </a:ln>
          <a:effectLst>
            <a:softEdge rad="1778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任意多边形 14"/>
          <p:cNvSpPr/>
          <p:nvPr>
            <p:custDataLst>
              <p:tags r:id="rId8"/>
            </p:custDataLst>
          </p:nvPr>
        </p:nvSpPr>
        <p:spPr>
          <a:xfrm rot="17400000">
            <a:off x="9496425" y="2840355"/>
            <a:ext cx="384810" cy="5471795"/>
          </a:xfrm>
          <a:custGeom>
            <a:avLst/>
            <a:gdLst>
              <a:gd name="connsiteX0" fmla="*/ 432 w 497"/>
              <a:gd name="connsiteY0" fmla="*/ 0 h 8455"/>
              <a:gd name="connsiteX1" fmla="*/ 489 w 497"/>
              <a:gd name="connsiteY1" fmla="*/ 42 h 8455"/>
              <a:gd name="connsiteX2" fmla="*/ 497 w 497"/>
              <a:gd name="connsiteY2" fmla="*/ 8291 h 8455"/>
              <a:gd name="connsiteX3" fmla="*/ 0 w 497"/>
              <a:gd name="connsiteY3" fmla="*/ 8455 h 8455"/>
              <a:gd name="connsiteX4" fmla="*/ 432 w 497"/>
              <a:gd name="connsiteY4" fmla="*/ 0 h 8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" h="8455">
                <a:moveTo>
                  <a:pt x="432" y="0"/>
                </a:moveTo>
                <a:lnTo>
                  <a:pt x="489" y="42"/>
                </a:lnTo>
                <a:lnTo>
                  <a:pt x="497" y="8291"/>
                </a:lnTo>
                <a:lnTo>
                  <a:pt x="0" y="8455"/>
                </a:lnTo>
                <a:lnTo>
                  <a:pt x="43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">
                <a:schemeClr val="accent1"/>
              </a:gs>
              <a:gs pos="30000">
                <a:schemeClr val="accent1">
                  <a:alpha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0800000" scaled="0"/>
          </a:gradFill>
          <a:ln>
            <a:noFill/>
            <a:prstDash val="solid"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>
              <a:sym typeface="+mn-lt"/>
            </a:endParaRPr>
          </a:p>
        </p:txBody>
      </p:sp>
      <p:sp>
        <p:nvSpPr>
          <p:cNvPr id="16" name="任意多边形 15"/>
          <p:cNvSpPr/>
          <p:nvPr>
            <p:custDataLst>
              <p:tags r:id="rId9"/>
            </p:custDataLst>
          </p:nvPr>
        </p:nvSpPr>
        <p:spPr>
          <a:xfrm rot="15240000">
            <a:off x="6005830" y="-1488440"/>
            <a:ext cx="136525" cy="12736830"/>
          </a:xfrm>
          <a:custGeom>
            <a:avLst/>
            <a:gdLst>
              <a:gd name="connsiteX0" fmla="*/ 20 w 215"/>
              <a:gd name="connsiteY0" fmla="*/ 90 h 20058"/>
              <a:gd name="connsiteX1" fmla="*/ 213 w 215"/>
              <a:gd name="connsiteY1" fmla="*/ 0 h 20058"/>
              <a:gd name="connsiteX2" fmla="*/ 63 w 215"/>
              <a:gd name="connsiteY2" fmla="*/ 20052 h 20058"/>
              <a:gd name="connsiteX3" fmla="*/ 0 w 215"/>
              <a:gd name="connsiteY3" fmla="*/ 20058 h 20058"/>
              <a:gd name="connsiteX4" fmla="*/ 20 w 215"/>
              <a:gd name="connsiteY4" fmla="*/ 90 h 20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" h="20058">
                <a:moveTo>
                  <a:pt x="20" y="90"/>
                </a:moveTo>
                <a:lnTo>
                  <a:pt x="213" y="0"/>
                </a:lnTo>
                <a:cubicBezTo>
                  <a:pt x="235" y="6035"/>
                  <a:pt x="95" y="19645"/>
                  <a:pt x="63" y="20052"/>
                </a:cubicBezTo>
                <a:lnTo>
                  <a:pt x="0" y="20058"/>
                </a:lnTo>
                <a:lnTo>
                  <a:pt x="20" y="9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20000">
                <a:schemeClr val="accent1"/>
              </a:gs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noFill/>
            <a:prstDash val="solid"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署名"/>
          <p:cNvSpPr txBox="1">
            <a:spLocks noGrp="1"/>
          </p:cNvSpPr>
          <p:nvPr>
            <p:ph type="body" idx="2" hasCustomPrompt="1"/>
            <p:custDataLst>
              <p:tags r:id="rId10"/>
            </p:custDataLst>
          </p:nvPr>
        </p:nvSpPr>
        <p:spPr>
          <a:xfrm>
            <a:off x="1843371" y="4248898"/>
            <a:ext cx="8310146" cy="421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l" defTabSz="914400" rtl="0" eaLnBrk="1" fontAlgn="auto" latinLnBrk="0" hangingPunct="1">
              <a:lnSpc>
                <a:spcPct val="150000"/>
              </a:lnSpc>
              <a:buClrTx/>
              <a:buSzTx/>
              <a:buFontTx/>
              <a:buNone/>
              <a:defRPr kumimoji="0" lang="en-US" sz="2000" b="0" i="0" u="none" strike="noStrike" kern="1200" cap="none" spc="0" normalizeH="0" baseline="0" noProof="1" dirty="0">
                <a:solidFill>
                  <a:schemeClr val="tx1"/>
                </a:solidFill>
                <a:uFillTx/>
                <a:latin typeface="+mn-lt"/>
              </a:defRPr>
            </a:lvl1pPr>
          </a:lstStyle>
          <a:p>
            <a:pPr lvl="0" algn="l">
              <a:lnSpc>
                <a:spcPct val="150000"/>
              </a:lnSpc>
            </a:pPr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7" name="标题"/>
          <p:cNvSpPr txBox="1">
            <a:spLocks noGrp="1"/>
          </p:cNvSpPr>
          <p:nvPr>
            <p:ph type="title" idx="1" hasCustomPrompt="1"/>
            <p:custDataLst>
              <p:tags r:id="rId11"/>
            </p:custDataLst>
          </p:nvPr>
        </p:nvSpPr>
        <p:spPr>
          <a:xfrm>
            <a:off x="1480185" y="2044065"/>
            <a:ext cx="8673465" cy="170434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8000" b="0" i="0" u="none" strike="noStrike" kern="1200" cap="none" spc="0" normalizeH="0" baseline="0" noProof="1" dirty="0">
                <a:gradFill>
                  <a:gsLst>
                    <a:gs pos="14000">
                      <a:schemeClr val="accent1"/>
                    </a:gs>
                    <a:gs pos="92000">
                      <a:schemeClr val="accent1"/>
                    </a:gs>
                    <a:gs pos="54000">
                      <a:schemeClr val="tx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/>
            <a:r>
              <a:rPr dirty="0" err="1">
                <a:latin typeface="+mj-lt"/>
                <a:sym typeface="+mn-ea"/>
              </a:rPr>
              <a:t>Click to add title</a:t>
            </a:r>
            <a:endParaRPr dirty="0" err="1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6000" y="394405"/>
            <a:ext cx="10800000" cy="792000"/>
          </a:xfrm>
        </p:spPr>
        <p:txBody>
          <a:bodyPr lIns="0" tIns="0" rIns="0" bIns="0"/>
          <a:lstStyle>
            <a:lvl1pPr algn="ctr" fontAlgn="base"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2" Type="http://schemas.openxmlformats.org/officeDocument/2006/relationships/theme" Target="../theme/theme2.xml"/><Relationship Id="rId21" Type="http://schemas.openxmlformats.org/officeDocument/2006/relationships/tags" Target="../tags/tag113.xml"/><Relationship Id="rId20" Type="http://schemas.openxmlformats.org/officeDocument/2006/relationships/tags" Target="../tags/tag112.xml"/><Relationship Id="rId2" Type="http://schemas.openxmlformats.org/officeDocument/2006/relationships/slideLayout" Target="../slideLayouts/slideLayout12.xml"/><Relationship Id="rId19" Type="http://schemas.openxmlformats.org/officeDocument/2006/relationships/tags" Target="../tags/tag111.xml"/><Relationship Id="rId18" Type="http://schemas.openxmlformats.org/officeDocument/2006/relationships/tags" Target="../tags/tag110.xml"/><Relationship Id="rId17" Type="http://schemas.openxmlformats.org/officeDocument/2006/relationships/tags" Target="../tags/tag109.xml"/><Relationship Id="rId16" Type="http://schemas.openxmlformats.org/officeDocument/2006/relationships/tags" Target="../tags/tag108.xml"/><Relationship Id="rId15" Type="http://schemas.openxmlformats.org/officeDocument/2006/relationships/tags" Target="../tags/tag107.xml"/><Relationship Id="rId14" Type="http://schemas.openxmlformats.org/officeDocument/2006/relationships/tags" Target="../tags/tag106.xml"/><Relationship Id="rId13" Type="http://schemas.openxmlformats.org/officeDocument/2006/relationships/tags" Target="../tags/tag105.xml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 smtClean="0"/>
              <a:t>Second level</a:t>
            </a:r>
            <a:endParaRPr lang="en-US" dirty="0" smtClean="0"/>
          </a:p>
          <a:p>
            <a:pPr lvl="2"/>
            <a:r>
              <a:rPr lang="en-US" dirty="0" smtClean="0"/>
              <a:t>Third level</a:t>
            </a:r>
            <a:endParaRPr lang="en-US" dirty="0"/>
          </a:p>
          <a:p>
            <a:pPr lvl="3"/>
            <a:r>
              <a:rPr lang="en-US" dirty="0" smtClean="0"/>
              <a:t>Fourth level</a:t>
            </a:r>
            <a:endParaRPr lang="en-US" dirty="0"/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圆: 空心 3"/>
          <p:cNvSpPr/>
          <p:nvPr userDrawn="1">
            <p:custDataLst>
              <p:tags r:id="rId13"/>
            </p:custDataLst>
          </p:nvPr>
        </p:nvSpPr>
        <p:spPr>
          <a:xfrm>
            <a:off x="358140" y="361565"/>
            <a:ext cx="615950" cy="615950"/>
          </a:xfrm>
          <a:prstGeom prst="donut">
            <a:avLst>
              <a:gd name="adj" fmla="val 7946"/>
            </a:avLst>
          </a:prstGeom>
          <a:gradFill flip="none" rotWithShape="1">
            <a:gsLst>
              <a:gs pos="0">
                <a:schemeClr val="accent1"/>
              </a:gs>
              <a:gs pos="52000">
                <a:schemeClr val="accent1">
                  <a:alpha val="0"/>
                </a:schemeClr>
              </a:gs>
            </a:gsLst>
            <a:lin ang="4200000" scaled="0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10" name="圆: 空心 4"/>
          <p:cNvSpPr/>
          <p:nvPr userDrawn="1">
            <p:custDataLst>
              <p:tags r:id="rId14"/>
            </p:custDataLst>
          </p:nvPr>
        </p:nvSpPr>
        <p:spPr>
          <a:xfrm>
            <a:off x="339090" y="336800"/>
            <a:ext cx="645795" cy="645795"/>
          </a:xfrm>
          <a:prstGeom prst="donut">
            <a:avLst>
              <a:gd name="adj" fmla="val 14539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11" name="圆: 空心 5"/>
          <p:cNvSpPr/>
          <p:nvPr userDrawn="1">
            <p:custDataLst>
              <p:tags r:id="rId15"/>
            </p:custDataLst>
          </p:nvPr>
        </p:nvSpPr>
        <p:spPr>
          <a:xfrm>
            <a:off x="95885" y="83435"/>
            <a:ext cx="1107440" cy="1107440"/>
          </a:xfrm>
          <a:prstGeom prst="donut">
            <a:avLst>
              <a:gd name="adj" fmla="val 18117"/>
            </a:avLst>
          </a:prstGeom>
          <a:gradFill flip="none" rotWithShape="1">
            <a:gsLst>
              <a:gs pos="0">
                <a:schemeClr val="accent1"/>
              </a:gs>
              <a:gs pos="75000">
                <a:schemeClr val="accent1">
                  <a:alpha val="0"/>
                </a:schemeClr>
              </a:gs>
            </a:gsLst>
            <a:lin ang="2700000" scaled="1"/>
            <a:tileRect/>
          </a:gra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>
          <a:xfrm>
            <a:off x="69596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13" name="页脚占位符 12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4" name="灯片编号占位符 13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>
          <a:xfrm>
            <a:off x="875398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3" name="标题占位符 2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marR="0" lvl="0" fontAlgn="auto">
              <a:lnSpc>
                <a:spcPct val="100000"/>
              </a:lnSpc>
              <a:buClrTx/>
              <a:buSzTx/>
              <a:buFontTx/>
            </a:pPr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idx="1"/>
            <p:custDataLst>
              <p:tags r:id="rId20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/>
          <a:p>
            <a:pPr marR="0" lvl="0" fontAlgn="auto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Char char="●"/>
            </a:pPr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" name="KSO_TEMPLATE" hidden="1"/>
          <p:cNvSpPr/>
          <p:nvPr userDrawn="1">
            <p:custDataLst>
              <p:tags r:id="rId2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solidFill>
            <a:schemeClr val="bg1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0" lang="en-US" sz="3200" b="0" i="0" u="none" strike="noStrike" kern="1200" cap="none" spc="0" normalizeH="0" baseline="0" smtClean="0">
          <a:ln>
            <a:noFill/>
            <a:prstDash val="sysDot"/>
          </a:ln>
          <a:gradFill>
            <a:gsLst>
              <a:gs pos="14000">
                <a:schemeClr val="accent1"/>
              </a:gs>
              <a:gs pos="92000">
                <a:schemeClr val="accent1"/>
              </a:gs>
              <a:gs pos="54000">
                <a:schemeClr val="tx1"/>
              </a:gs>
            </a:gsLst>
            <a:lin ang="0" scaled="1"/>
          </a:gradFill>
          <a:latin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0" lang="en-US" sz="1800" b="0" i="0" u="none" strike="noStrike" kern="1200" cap="none" spc="0" normalizeH="0" baseline="0" dirty="0" smtClean="0">
          <a:ln>
            <a:noFill/>
            <a:prstDash val="sysDot"/>
          </a:ln>
          <a:solidFill>
            <a:schemeClr val="tx1"/>
          </a:solidFill>
          <a:uFillTx/>
          <a:latin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lang="en-US" sz="1600" b="0" i="0" u="none" strike="noStrike" kern="1200" cap="none" spc="150" normalizeH="0" baseline="0" dirty="0" smtClean="0">
          <a:ln>
            <a:noFill/>
            <a:prstDash val="sysDot"/>
          </a:ln>
          <a:solidFill>
            <a:schemeClr val="tx1"/>
          </a:solidFill>
          <a:uFillTx/>
          <a:latin typeface="+mn-ea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lang="en-US" sz="1600" b="0" i="0" u="none" strike="noStrike" kern="1200" cap="none" spc="150" normalizeH="0" baseline="0" dirty="0" smtClean="0">
          <a:ln>
            <a:noFill/>
            <a:prstDash val="sysDot"/>
          </a:ln>
          <a:solidFill>
            <a:schemeClr val="tx1"/>
          </a:solidFill>
          <a:uFillTx/>
          <a:latin typeface="+mn-ea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lang="en-US" sz="1400" b="0" i="0" u="none" strike="noStrike" kern="1200" cap="none" spc="150" normalizeH="0" baseline="0" dirty="0" smtClean="0">
          <a:ln>
            <a:noFill/>
            <a:prstDash val="sysDot"/>
          </a:ln>
          <a:solidFill>
            <a:schemeClr val="tx1"/>
          </a:solidFill>
          <a:uFillTx/>
          <a:latin typeface="+mn-ea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lang="en-US" sz="1400" b="0" i="0" u="none" strike="noStrike" kern="1200" cap="none" spc="150" normalizeH="0" baseline="0" dirty="0" smtClean="0">
          <a:ln>
            <a:noFill/>
            <a:prstDash val="sysDot"/>
          </a:ln>
          <a:solidFill>
            <a:schemeClr val="tx1"/>
          </a:solidFill>
          <a:uFillTx/>
          <a:latin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1.xml"/><Relationship Id="rId4" Type="http://schemas.openxmlformats.org/officeDocument/2006/relationships/tags" Target="../tags/tag117.xml"/><Relationship Id="rId3" Type="http://schemas.openxmlformats.org/officeDocument/2006/relationships/tags" Target="../tags/tag116.xml"/><Relationship Id="rId2" Type="http://schemas.openxmlformats.org/officeDocument/2006/relationships/tags" Target="../tags/tag115.xml"/><Relationship Id="rId1" Type="http://schemas.openxmlformats.org/officeDocument/2006/relationships/tags" Target="../tags/tag114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24.xml"/><Relationship Id="rId8" Type="http://schemas.openxmlformats.org/officeDocument/2006/relationships/tags" Target="../tags/tag123.xml"/><Relationship Id="rId7" Type="http://schemas.openxmlformats.org/officeDocument/2006/relationships/tags" Target="../tags/tag122.xml"/><Relationship Id="rId6" Type="http://schemas.openxmlformats.org/officeDocument/2006/relationships/tags" Target="../tags/tag121.xml"/><Relationship Id="rId5" Type="http://schemas.openxmlformats.org/officeDocument/2006/relationships/image" Target="../media/image2.jpeg"/><Relationship Id="rId4" Type="http://schemas.openxmlformats.org/officeDocument/2006/relationships/tags" Target="../tags/tag120.xml"/><Relationship Id="rId3" Type="http://schemas.openxmlformats.org/officeDocument/2006/relationships/image" Target="../media/image1.jpeg"/><Relationship Id="rId2" Type="http://schemas.openxmlformats.org/officeDocument/2006/relationships/tags" Target="../tags/tag119.xml"/><Relationship Id="rId14" Type="http://schemas.openxmlformats.org/officeDocument/2006/relationships/notesSlide" Target="../notesSlides/notesSlide1.xml"/><Relationship Id="rId13" Type="http://schemas.openxmlformats.org/officeDocument/2006/relationships/slideLayout" Target="../slideLayouts/slideLayout22.xml"/><Relationship Id="rId12" Type="http://schemas.openxmlformats.org/officeDocument/2006/relationships/tags" Target="../tags/tag127.xml"/><Relationship Id="rId11" Type="http://schemas.openxmlformats.org/officeDocument/2006/relationships/tags" Target="../tags/tag126.xml"/><Relationship Id="rId10" Type="http://schemas.openxmlformats.org/officeDocument/2006/relationships/tags" Target="../tags/tag125.xml"/><Relationship Id="rId1" Type="http://schemas.openxmlformats.org/officeDocument/2006/relationships/tags" Target="../tags/tag118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35.xml"/><Relationship Id="rId8" Type="http://schemas.openxmlformats.org/officeDocument/2006/relationships/tags" Target="../tags/tag134.xml"/><Relationship Id="rId7" Type="http://schemas.openxmlformats.org/officeDocument/2006/relationships/tags" Target="../tags/tag133.xml"/><Relationship Id="rId6" Type="http://schemas.openxmlformats.org/officeDocument/2006/relationships/tags" Target="../tags/tag132.xml"/><Relationship Id="rId5" Type="http://schemas.openxmlformats.org/officeDocument/2006/relationships/tags" Target="../tags/tag131.xml"/><Relationship Id="rId4" Type="http://schemas.openxmlformats.org/officeDocument/2006/relationships/tags" Target="../tags/tag130.xml"/><Relationship Id="rId3" Type="http://schemas.openxmlformats.org/officeDocument/2006/relationships/image" Target="../media/image3.jpeg"/><Relationship Id="rId2" Type="http://schemas.openxmlformats.org/officeDocument/2006/relationships/tags" Target="../tags/tag129.xml"/><Relationship Id="rId14" Type="http://schemas.openxmlformats.org/officeDocument/2006/relationships/slideLayout" Target="../slideLayouts/slideLayout22.xml"/><Relationship Id="rId13" Type="http://schemas.openxmlformats.org/officeDocument/2006/relationships/tags" Target="../tags/tag139.xml"/><Relationship Id="rId12" Type="http://schemas.openxmlformats.org/officeDocument/2006/relationships/tags" Target="../tags/tag138.xml"/><Relationship Id="rId11" Type="http://schemas.openxmlformats.org/officeDocument/2006/relationships/tags" Target="../tags/tag137.xml"/><Relationship Id="rId10" Type="http://schemas.openxmlformats.org/officeDocument/2006/relationships/tags" Target="../tags/tag136.xml"/><Relationship Id="rId1" Type="http://schemas.openxmlformats.org/officeDocument/2006/relationships/tags" Target="../tags/tag128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146.xml"/><Relationship Id="rId8" Type="http://schemas.openxmlformats.org/officeDocument/2006/relationships/tags" Target="../tags/tag145.xml"/><Relationship Id="rId7" Type="http://schemas.openxmlformats.org/officeDocument/2006/relationships/tags" Target="../tags/tag144.xml"/><Relationship Id="rId6" Type="http://schemas.openxmlformats.org/officeDocument/2006/relationships/tags" Target="../tags/tag143.xml"/><Relationship Id="rId5" Type="http://schemas.openxmlformats.org/officeDocument/2006/relationships/tags" Target="../tags/tag142.xml"/><Relationship Id="rId4" Type="http://schemas.openxmlformats.org/officeDocument/2006/relationships/image" Target="../media/image3.jpeg"/><Relationship Id="rId3" Type="http://schemas.openxmlformats.org/officeDocument/2006/relationships/tags" Target="../tags/tag141.xml"/><Relationship Id="rId2" Type="http://schemas.openxmlformats.org/officeDocument/2006/relationships/tags" Target="../tags/tag140.xml"/><Relationship Id="rId15" Type="http://schemas.openxmlformats.org/officeDocument/2006/relationships/slideLayout" Target="../slideLayouts/slideLayout22.xml"/><Relationship Id="rId14" Type="http://schemas.openxmlformats.org/officeDocument/2006/relationships/tags" Target="../tags/tag151.xml"/><Relationship Id="rId13" Type="http://schemas.openxmlformats.org/officeDocument/2006/relationships/tags" Target="../tags/tag150.xml"/><Relationship Id="rId12" Type="http://schemas.openxmlformats.org/officeDocument/2006/relationships/tags" Target="../tags/tag149.xml"/><Relationship Id="rId11" Type="http://schemas.openxmlformats.org/officeDocument/2006/relationships/tags" Target="../tags/tag148.xml"/><Relationship Id="rId10" Type="http://schemas.openxmlformats.org/officeDocument/2006/relationships/tags" Target="../tags/tag147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59.xml"/><Relationship Id="rId8" Type="http://schemas.openxmlformats.org/officeDocument/2006/relationships/tags" Target="../tags/tag158.xml"/><Relationship Id="rId7" Type="http://schemas.openxmlformats.org/officeDocument/2006/relationships/tags" Target="../tags/tag157.xml"/><Relationship Id="rId6" Type="http://schemas.openxmlformats.org/officeDocument/2006/relationships/tags" Target="../tags/tag156.xml"/><Relationship Id="rId5" Type="http://schemas.openxmlformats.org/officeDocument/2006/relationships/tags" Target="../tags/tag155.xml"/><Relationship Id="rId4" Type="http://schemas.openxmlformats.org/officeDocument/2006/relationships/tags" Target="../tags/tag154.xml"/><Relationship Id="rId3" Type="http://schemas.openxmlformats.org/officeDocument/2006/relationships/image" Target="../media/image5.jpeg"/><Relationship Id="rId2" Type="http://schemas.openxmlformats.org/officeDocument/2006/relationships/tags" Target="../tags/tag153.xml"/><Relationship Id="rId15" Type="http://schemas.openxmlformats.org/officeDocument/2006/relationships/notesSlide" Target="../notesSlides/notesSlide2.xml"/><Relationship Id="rId14" Type="http://schemas.openxmlformats.org/officeDocument/2006/relationships/slideLayout" Target="../slideLayouts/slideLayout22.xml"/><Relationship Id="rId13" Type="http://schemas.openxmlformats.org/officeDocument/2006/relationships/tags" Target="../tags/tag163.xml"/><Relationship Id="rId12" Type="http://schemas.openxmlformats.org/officeDocument/2006/relationships/tags" Target="../tags/tag162.xml"/><Relationship Id="rId11" Type="http://schemas.openxmlformats.org/officeDocument/2006/relationships/tags" Target="../tags/tag161.xml"/><Relationship Id="rId10" Type="http://schemas.openxmlformats.org/officeDocument/2006/relationships/tags" Target="../tags/tag160.xml"/><Relationship Id="rId1" Type="http://schemas.openxmlformats.org/officeDocument/2006/relationships/tags" Target="../tags/tag152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1.xml"/><Relationship Id="rId4" Type="http://schemas.openxmlformats.org/officeDocument/2006/relationships/tags" Target="../tags/tag167.xml"/><Relationship Id="rId3" Type="http://schemas.openxmlformats.org/officeDocument/2006/relationships/tags" Target="../tags/tag166.xml"/><Relationship Id="rId2" Type="http://schemas.openxmlformats.org/officeDocument/2006/relationships/tags" Target="../tags/tag165.xml"/><Relationship Id="rId1" Type="http://schemas.openxmlformats.org/officeDocument/2006/relationships/tags" Target="../tags/tag1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3"/>
            <p:custDataLst>
              <p:tags r:id="rId1"/>
            </p:custDataLst>
          </p:nvPr>
        </p:nvSpPr>
        <p:spPr>
          <a:xfrm>
            <a:off x="1774190" y="4555490"/>
            <a:ext cx="8373110" cy="417195"/>
          </a:xfrm>
        </p:spPr>
        <p:txBody>
          <a:bodyPr>
            <a:normAutofit lnSpcReduction="20000"/>
          </a:bodyPr>
          <a:lstStyle/>
          <a:p>
            <a:r>
              <a:rPr lang="ru-RU"/>
              <a:t>Зайцев Кирилл</a:t>
            </a:r>
            <a:endParaRPr lang="ru-RU"/>
          </a:p>
        </p:txBody>
      </p:sp>
      <p:sp>
        <p:nvSpPr>
          <p:cNvPr id="14" name="文本占位符 13"/>
          <p:cNvSpPr>
            <a:spLocks noGrp="1"/>
          </p:cNvSpPr>
          <p:nvPr>
            <p:ph type="body" idx="2"/>
            <p:custDataLst>
              <p:tags r:id="rId2"/>
            </p:custDataLst>
          </p:nvPr>
        </p:nvSpPr>
        <p:spPr>
          <a:xfrm>
            <a:off x="1473835" y="3334385"/>
            <a:ext cx="8673465" cy="939800"/>
          </a:xfrm>
        </p:spPr>
        <p:txBody>
          <a:bodyPr/>
          <a:lstStyle/>
          <a:p>
            <a:r>
              <a:rPr lang="en-US"/>
              <a:t>2D </a:t>
            </a:r>
            <a:r>
              <a:rPr lang="ru-RU" altLang="en-US"/>
              <a:t>песочница</a:t>
            </a:r>
            <a:endParaRPr lang="ru-RU" altLang="en-US"/>
          </a:p>
        </p:txBody>
      </p:sp>
      <p:sp>
        <p:nvSpPr>
          <p:cNvPr id="15" name="标题 14"/>
          <p:cNvSpPr>
            <a:spLocks noGrp="1"/>
          </p:cNvSpPr>
          <p:nvPr>
            <p:ph type="title" idx="1"/>
            <p:custDataLst>
              <p:tags r:id="rId3"/>
            </p:custDataLst>
          </p:nvPr>
        </p:nvSpPr>
        <p:spPr>
          <a:xfrm>
            <a:off x="1473835" y="209550"/>
            <a:ext cx="9738995" cy="3034665"/>
          </a:xfrm>
        </p:spPr>
        <p:txBody>
          <a:bodyPr/>
          <a:lstStyle/>
          <a:p>
            <a:r>
              <a:rPr lang="en-US" dirty="0"/>
              <a:t>CUBE</a:t>
            </a:r>
            <a:endParaRPr lang="en-US" dirty="0"/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ru-RU" altLang="en-US" spc="0">
                <a:latin typeface="+mj-lt"/>
              </a:rPr>
              <a:t>Об игре</a:t>
            </a:r>
            <a:endParaRPr lang="ru-RU" altLang="en-US" spc="0">
              <a:latin typeface="+mj-lt"/>
            </a:endParaRPr>
          </a:p>
        </p:txBody>
      </p:sp>
      <p:pic>
        <p:nvPicPr>
          <p:cNvPr id="2" name="图片 1" descr="蓝色的高楼&#10;&#10;描述已自动生成"/>
          <p:cNvPicPr>
            <a:picLocks noChangeAspect="1"/>
          </p:cNvPicPr>
          <p:nvPr>
            <p:custDataLst>
              <p:tags r:id="rId2"/>
            </p:custData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45" b="44027"/>
          <a:stretch>
            <a:fillRect/>
          </a:stretch>
        </p:blipFill>
        <p:spPr>
          <a:xfrm>
            <a:off x="6247580" y="1359936"/>
            <a:ext cx="5225643" cy="1971562"/>
          </a:xfrm>
          <a:prstGeom prst="roundRect">
            <a:avLst>
              <a:gd name="adj" fmla="val 8058"/>
            </a:avLst>
          </a:prstGeom>
          <a:ln w="3175" cap="flat" cmpd="sng" algn="ctr">
            <a:solidFill>
              <a:schemeClr val="tx1">
                <a:lumMod val="40000"/>
                <a:lumOff val="60000"/>
                <a:alpha val="2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pic>
        <p:nvPicPr>
          <p:cNvPr id="3" name="图片 2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19" b="15319"/>
          <a:stretch>
            <a:fillRect/>
          </a:stretch>
        </p:blipFill>
        <p:spPr>
          <a:xfrm>
            <a:off x="699565" y="1359936"/>
            <a:ext cx="5225643" cy="1971562"/>
          </a:xfrm>
          <a:prstGeom prst="roundRect">
            <a:avLst>
              <a:gd name="adj" fmla="val 8058"/>
            </a:avLst>
          </a:prstGeom>
          <a:ln w="3175" cap="flat" cmpd="sng" algn="ctr">
            <a:solidFill>
              <a:schemeClr val="tx1">
                <a:lumMod val="40000"/>
                <a:lumOff val="60000"/>
                <a:alpha val="2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cxnSp>
        <p:nvCxnSpPr>
          <p:cNvPr id="6" name="直接连接符 5"/>
          <p:cNvCxnSpPr/>
          <p:nvPr>
            <p:custDataLst>
              <p:tags r:id="rId6"/>
            </p:custDataLst>
          </p:nvPr>
        </p:nvCxnSpPr>
        <p:spPr>
          <a:xfrm flipV="1">
            <a:off x="699565" y="3486845"/>
            <a:ext cx="0" cy="2725120"/>
          </a:xfrm>
          <a:prstGeom prst="line">
            <a:avLst/>
          </a:prstGeom>
          <a:ln w="12700">
            <a:gradFill>
              <a:gsLst>
                <a:gs pos="0">
                  <a:schemeClr val="accent1">
                    <a:lumMod val="0"/>
                    <a:lumOff val="100000"/>
                    <a:alpha val="0"/>
                  </a:schemeClr>
                </a:gs>
                <a:gs pos="69000">
                  <a:schemeClr val="accent1">
                    <a:lumMod val="40000"/>
                    <a:lumOff val="6000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rgbClr val="376FFF"/>
          </a:lnRef>
          <a:fillRef idx="0">
            <a:srgbClr val="376FFF"/>
          </a:fillRef>
          <a:effectRef idx="0">
            <a:srgbClr val="376FFF"/>
          </a:effectRef>
          <a:fontRef idx="minor">
            <a:srgbClr val="000000"/>
          </a:fontRef>
        </p:style>
      </p:cxnSp>
      <p:sp>
        <p:nvSpPr>
          <p:cNvPr id="4" name="矩形 3"/>
          <p:cNvSpPr/>
          <p:nvPr>
            <p:custDataLst>
              <p:tags r:id="rId7"/>
            </p:custDataLst>
          </p:nvPr>
        </p:nvSpPr>
        <p:spPr>
          <a:xfrm>
            <a:off x="940479" y="4240734"/>
            <a:ext cx="4988812" cy="197156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ru-RU" altLang="en-US" sz="16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О</a:t>
            </a:r>
            <a:r>
              <a:rPr lang="en-US" sz="16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чень легковесная</a:t>
            </a:r>
            <a:endParaRPr lang="ru-RU" altLang="en-US" sz="16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ru-RU" altLang="en-US" sz="16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Потребляет мало ресурсов компьютера</a:t>
            </a:r>
            <a:endParaRPr lang="ru-RU" altLang="en-US" sz="16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ru-RU" altLang="en-US" sz="16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Хорошая оптимизация</a:t>
            </a:r>
            <a:endParaRPr lang="ru-RU" altLang="en-US" sz="16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5" name="矩形 4"/>
          <p:cNvSpPr/>
          <p:nvPr>
            <p:custDataLst>
              <p:tags r:id="rId8"/>
            </p:custDataLst>
          </p:nvPr>
        </p:nvSpPr>
        <p:spPr>
          <a:xfrm>
            <a:off x="940479" y="3486845"/>
            <a:ext cx="4988812" cy="62277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ru-RU" altLang="en-US" sz="2400" b="1" kern="0" dirty="0">
                <a:solidFill>
                  <a:schemeClr val="accent1"/>
                </a:solidFill>
                <a:latin typeface="+mj-lt"/>
                <a:sym typeface="+mn-ea"/>
              </a:rPr>
              <a:t>Нетребовательна к ПК</a:t>
            </a:r>
            <a:endParaRPr lang="ru-RU" altLang="en-US" sz="2400" b="1" kern="0" dirty="0">
              <a:solidFill>
                <a:schemeClr val="accent1"/>
              </a:solidFill>
              <a:latin typeface="+mj-lt"/>
              <a:sym typeface="+mn-ea"/>
            </a:endParaRPr>
          </a:p>
        </p:txBody>
      </p:sp>
      <p:cxnSp>
        <p:nvCxnSpPr>
          <p:cNvPr id="10" name="直接连接符 9"/>
          <p:cNvCxnSpPr/>
          <p:nvPr>
            <p:custDataLst>
              <p:tags r:id="rId9"/>
            </p:custDataLst>
          </p:nvPr>
        </p:nvCxnSpPr>
        <p:spPr>
          <a:xfrm flipV="1">
            <a:off x="6262200" y="3472225"/>
            <a:ext cx="0" cy="2725120"/>
          </a:xfrm>
          <a:prstGeom prst="line">
            <a:avLst/>
          </a:prstGeom>
          <a:ln w="12700">
            <a:gradFill>
              <a:gsLst>
                <a:gs pos="0">
                  <a:schemeClr val="accent1">
                    <a:lumMod val="0"/>
                    <a:lumOff val="100000"/>
                    <a:alpha val="0"/>
                  </a:schemeClr>
                </a:gs>
                <a:gs pos="69000">
                  <a:schemeClr val="accent1">
                    <a:lumMod val="40000"/>
                    <a:lumOff val="6000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rgbClr val="376FFF"/>
          </a:lnRef>
          <a:fillRef idx="0">
            <a:srgbClr val="376FFF"/>
          </a:fillRef>
          <a:effectRef idx="0">
            <a:srgbClr val="376FFF"/>
          </a:effectRef>
          <a:fontRef idx="minor">
            <a:srgbClr val="000000"/>
          </a:fontRef>
        </p:style>
      </p:cxnSp>
      <p:sp>
        <p:nvSpPr>
          <p:cNvPr id="8" name="矩形 7"/>
          <p:cNvSpPr/>
          <p:nvPr>
            <p:custDataLst>
              <p:tags r:id="rId10"/>
            </p:custDataLst>
          </p:nvPr>
        </p:nvSpPr>
        <p:spPr>
          <a:xfrm>
            <a:off x="6503114" y="4226114"/>
            <a:ext cx="4988813" cy="197156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ru-RU" altLang="en-US" sz="16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В песочнице всегда есть чем заняться, можно эксперементировать с физикой или строить разные здания</a:t>
            </a:r>
            <a:endParaRPr lang="ru-RU" altLang="en-US" sz="16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ru-RU" altLang="en-US" sz="16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С помощью мультиплеера можно играть вместе с друзьями - так ещё интереснее</a:t>
            </a:r>
            <a:endParaRPr lang="ru-RU" altLang="en-US" sz="16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" name="矩形 8"/>
          <p:cNvSpPr/>
          <p:nvPr>
            <p:custDataLst>
              <p:tags r:id="rId11"/>
            </p:custDataLst>
          </p:nvPr>
        </p:nvSpPr>
        <p:spPr>
          <a:xfrm>
            <a:off x="6503114" y="3472225"/>
            <a:ext cx="4988812" cy="62277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ru-RU" altLang="en-US" sz="2400" b="1" kern="0" dirty="0">
                <a:solidFill>
                  <a:schemeClr val="accent1"/>
                </a:solidFill>
                <a:latin typeface="+mj-lt"/>
                <a:sym typeface="+mn-ea"/>
              </a:rPr>
              <a:t>Интересный геймплей</a:t>
            </a:r>
            <a:endParaRPr lang="ru-RU" altLang="en-US" sz="2400" b="1" kern="0" dirty="0">
              <a:solidFill>
                <a:schemeClr val="accent1"/>
              </a:solidFill>
              <a:latin typeface="+mj-lt"/>
              <a:sym typeface="+mn-ea"/>
            </a:endParaRPr>
          </a:p>
        </p:txBody>
      </p:sp>
    </p:spTree>
    <p:custDataLst>
      <p:tags r:id="rId1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94095" y="576015"/>
            <a:ext cx="10800000" cy="792000"/>
          </a:xfrm>
        </p:spPr>
        <p:txBody>
          <a:bodyPr wrap="square">
            <a:normAutofit/>
          </a:bodyPr>
          <a:lstStyle/>
          <a:p>
            <a:pPr algn="l"/>
            <a:r>
              <a:rPr lang="ru-RU" altLang="en-US" spc="0" dirty="0"/>
              <a:t>В игре есть много возможностей</a:t>
            </a:r>
            <a:endParaRPr lang="ru-RU" altLang="en-US" spc="0" dirty="0"/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 l="25221" t="1881" r="1727"/>
          <a:stretch>
            <a:fillRect/>
          </a:stretch>
        </p:blipFill>
        <p:spPr>
          <a:xfrm>
            <a:off x="-1" y="1700825"/>
            <a:ext cx="5348028" cy="4724400"/>
          </a:xfrm>
          <a:custGeom>
            <a:avLst/>
            <a:gdLst>
              <a:gd name="connsiteX0" fmla="*/ 0 w 5348028"/>
              <a:gd name="connsiteY0" fmla="*/ 0 h 4724400"/>
              <a:gd name="connsiteX1" fmla="*/ 2985828 w 5348028"/>
              <a:gd name="connsiteY1" fmla="*/ 0 h 4724400"/>
              <a:gd name="connsiteX2" fmla="*/ 5348028 w 5348028"/>
              <a:gd name="connsiteY2" fmla="*/ 2362200 h 4724400"/>
              <a:gd name="connsiteX3" fmla="*/ 2985828 w 5348028"/>
              <a:gd name="connsiteY3" fmla="*/ 4724400 h 4724400"/>
              <a:gd name="connsiteX4" fmla="*/ 0 w 5348028"/>
              <a:gd name="connsiteY4" fmla="*/ 4724400 h 472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48028" h="4724400">
                <a:moveTo>
                  <a:pt x="0" y="0"/>
                </a:moveTo>
                <a:lnTo>
                  <a:pt x="2985828" y="0"/>
                </a:lnTo>
                <a:cubicBezTo>
                  <a:pt x="4290118" y="0"/>
                  <a:pt x="5348028" y="1057910"/>
                  <a:pt x="5348028" y="2362200"/>
                </a:cubicBezTo>
                <a:cubicBezTo>
                  <a:pt x="5348028" y="3666490"/>
                  <a:pt x="4290118" y="4724400"/>
                  <a:pt x="2985828" y="4724400"/>
                </a:cubicBezTo>
                <a:lnTo>
                  <a:pt x="0" y="4724400"/>
                </a:lnTo>
                <a:close/>
              </a:path>
            </a:pathLst>
          </a:custGeom>
          <a:ln w="9525" cap="flat" cmpd="sng" algn="ctr">
            <a:solidFill>
              <a:schemeClr val="dk1">
                <a:lumMod val="40000"/>
                <a:lumOff val="60000"/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13" name="矩形 12"/>
          <p:cNvSpPr/>
          <p:nvPr>
            <p:custDataLst>
              <p:tags r:id="rId4"/>
            </p:custDataLst>
          </p:nvPr>
        </p:nvSpPr>
        <p:spPr>
          <a:xfrm>
            <a:off x="7259480" y="2740029"/>
            <a:ext cx="4265137" cy="63125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Создаёт эффект погружения в игру и помогает забираться в недоступные места</a:t>
            </a:r>
            <a:endParaRPr lang="ru-RU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14" name="矩形 13"/>
          <p:cNvSpPr/>
          <p:nvPr>
            <p:custDataLst>
              <p:tags r:id="rId5"/>
            </p:custDataLst>
          </p:nvPr>
        </p:nvSpPr>
        <p:spPr>
          <a:xfrm>
            <a:off x="7259480" y="2367248"/>
            <a:ext cx="4265137" cy="325298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 fontScale="80000"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ru-RU" altLang="en-US" sz="2000" b="1" dirty="0">
                <a:solidFill>
                  <a:schemeClr val="accent1"/>
                </a:solidFill>
                <a:latin typeface="+mj-lt"/>
                <a:sym typeface="+mn-ea"/>
              </a:rPr>
              <a:t>Реалистичная физика</a:t>
            </a:r>
            <a:endParaRPr lang="ru-RU" altLang="en-US" sz="2000" b="1" dirty="0">
              <a:solidFill>
                <a:schemeClr val="accent1"/>
              </a:solidFill>
              <a:latin typeface="+mj-lt"/>
              <a:sym typeface="+mn-ea"/>
            </a:endParaRPr>
          </a:p>
        </p:txBody>
      </p:sp>
      <p:sp>
        <p:nvSpPr>
          <p:cNvPr id="15" name="椭圆 14"/>
          <p:cNvSpPr/>
          <p:nvPr>
            <p:custDataLst>
              <p:tags r:id="rId6"/>
            </p:custDataLst>
          </p:nvPr>
        </p:nvSpPr>
        <p:spPr>
          <a:xfrm>
            <a:off x="6267514" y="2395825"/>
            <a:ext cx="669245" cy="669245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solidFill>
                  <a:schemeClr val="bg1"/>
                </a:solidFill>
                <a:latin typeface="+mn-lt"/>
                <a:sym typeface="+mn-lt"/>
              </a:rPr>
              <a:t>01</a:t>
            </a:r>
            <a:endParaRPr lang="en-US" sz="2000" b="1" dirty="0">
              <a:solidFill>
                <a:schemeClr val="bg1"/>
              </a:solidFill>
              <a:latin typeface="+mn-lt"/>
              <a:sym typeface="+mn-lt"/>
            </a:endParaRPr>
          </a:p>
        </p:txBody>
      </p:sp>
      <p:sp>
        <p:nvSpPr>
          <p:cNvPr id="16" name="矩形 15"/>
          <p:cNvSpPr/>
          <p:nvPr>
            <p:custDataLst>
              <p:tags r:id="rId7"/>
            </p:custDataLst>
          </p:nvPr>
        </p:nvSpPr>
        <p:spPr>
          <a:xfrm>
            <a:off x="7260115" y="3949820"/>
            <a:ext cx="4265137" cy="63087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Даёт игроку ещё больший простор для иследования и игрой с физикой</a:t>
            </a:r>
            <a:endParaRPr lang="ru-RU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17" name="矩形 16"/>
          <p:cNvSpPr/>
          <p:nvPr>
            <p:custDataLst>
              <p:tags r:id="rId8"/>
            </p:custDataLst>
          </p:nvPr>
        </p:nvSpPr>
        <p:spPr>
          <a:xfrm>
            <a:off x="7260115" y="3577039"/>
            <a:ext cx="4265137" cy="325104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 fontScale="80000"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ru-RU" altLang="en-US" sz="2000" b="1" dirty="0">
                <a:solidFill>
                  <a:schemeClr val="accent1"/>
                </a:solidFill>
                <a:latin typeface="+mj-lt"/>
                <a:sym typeface="+mn-ea"/>
              </a:rPr>
              <a:t>Интересная механика передвижения</a:t>
            </a:r>
            <a:endParaRPr lang="ru-RU" altLang="en-US" sz="2000" b="1" dirty="0">
              <a:solidFill>
                <a:schemeClr val="accent1"/>
              </a:solidFill>
              <a:latin typeface="+mj-lt"/>
              <a:sym typeface="+mn-ea"/>
            </a:endParaRPr>
          </a:p>
        </p:txBody>
      </p:sp>
      <p:sp>
        <p:nvSpPr>
          <p:cNvPr id="18" name="椭圆 17"/>
          <p:cNvSpPr/>
          <p:nvPr>
            <p:custDataLst>
              <p:tags r:id="rId9"/>
            </p:custDataLst>
          </p:nvPr>
        </p:nvSpPr>
        <p:spPr>
          <a:xfrm>
            <a:off x="6268785" y="3596091"/>
            <a:ext cx="669245" cy="668847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solidFill>
                  <a:schemeClr val="bg1"/>
                </a:solidFill>
                <a:latin typeface="+mn-lt"/>
                <a:sym typeface="+mn-lt"/>
              </a:rPr>
              <a:t>02</a:t>
            </a:r>
            <a:endParaRPr lang="en-US" sz="2000" b="1" dirty="0">
              <a:solidFill>
                <a:schemeClr val="bg1"/>
              </a:solidFill>
              <a:latin typeface="+mn-lt"/>
              <a:sym typeface="+mn-lt"/>
            </a:endParaRPr>
          </a:p>
        </p:txBody>
      </p:sp>
      <p:sp>
        <p:nvSpPr>
          <p:cNvPr id="19" name="矩形 18"/>
          <p:cNvSpPr/>
          <p:nvPr>
            <p:custDataLst>
              <p:tags r:id="rId10"/>
            </p:custDataLst>
          </p:nvPr>
        </p:nvSpPr>
        <p:spPr>
          <a:xfrm>
            <a:off x="7260115" y="5159612"/>
            <a:ext cx="4265137" cy="63087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Игроку всегда будет что поиследовать, каждая новая локация будет удивлять чем-то особенным</a:t>
            </a:r>
            <a:endParaRPr lang="ru-RU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20" name="矩形 19"/>
          <p:cNvSpPr/>
          <p:nvPr>
            <p:custDataLst>
              <p:tags r:id="rId11"/>
            </p:custDataLst>
          </p:nvPr>
        </p:nvSpPr>
        <p:spPr>
          <a:xfrm>
            <a:off x="7260115" y="4786831"/>
            <a:ext cx="4265137" cy="325104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 fontScale="80000"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ru-RU" altLang="en-US" sz="2000" b="1" dirty="0">
                <a:solidFill>
                  <a:schemeClr val="accent1"/>
                </a:solidFill>
                <a:latin typeface="+mj-lt"/>
                <a:sym typeface="+mn-ea"/>
              </a:rPr>
              <a:t>Много локаций</a:t>
            </a:r>
            <a:endParaRPr lang="ru-RU" altLang="en-US" sz="2000" b="1" dirty="0">
              <a:solidFill>
                <a:schemeClr val="accent1"/>
              </a:solidFill>
              <a:latin typeface="+mj-lt"/>
              <a:sym typeface="+mn-ea"/>
            </a:endParaRPr>
          </a:p>
        </p:txBody>
      </p:sp>
      <p:sp>
        <p:nvSpPr>
          <p:cNvPr id="21" name="椭圆 20"/>
          <p:cNvSpPr/>
          <p:nvPr>
            <p:custDataLst>
              <p:tags r:id="rId12"/>
            </p:custDataLst>
          </p:nvPr>
        </p:nvSpPr>
        <p:spPr>
          <a:xfrm>
            <a:off x="6268785" y="4795722"/>
            <a:ext cx="669245" cy="668847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solidFill>
                  <a:schemeClr val="bg1"/>
                </a:solidFill>
                <a:latin typeface="+mn-lt"/>
                <a:sym typeface="+mn-lt"/>
              </a:rPr>
              <a:t>03</a:t>
            </a:r>
            <a:endParaRPr lang="en-US" sz="2000" b="1" dirty="0">
              <a:solidFill>
                <a:schemeClr val="bg1"/>
              </a:solidFill>
              <a:latin typeface="+mn-lt"/>
              <a:sym typeface="+mn-lt"/>
            </a:endParaRPr>
          </a:p>
        </p:txBody>
      </p:sp>
    </p:spTree>
    <p:custDataLst>
      <p:tags r:id="rId1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Изображение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33500" cy="1263650"/>
          </a:xfrm>
          <a:prstGeom prst="rect">
            <a:avLst/>
          </a:prstGeom>
        </p:spPr>
      </p:pic>
      <p:sp>
        <p:nvSpPr>
          <p:cNvPr id="3" name="标题 2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4800" y="542245"/>
            <a:ext cx="6713706" cy="720000"/>
          </a:xfrm>
        </p:spPr>
        <p:txBody>
          <a:bodyPr wrap="square" lIns="0" tIns="0" rIns="0" bIns="0" anchor="b">
            <a:normAutofit fontScale="90000"/>
          </a:bodyPr>
          <a:lstStyle/>
          <a:p>
            <a:pPr algn="l"/>
            <a:r>
              <a:rPr lang="ru-RU" altLang="en-US" spc="0" dirty="0"/>
              <a:t>Система </a:t>
            </a:r>
            <a:r>
              <a:rPr altLang="en-US" spc="0" dirty="0"/>
              <a:t>“</a:t>
            </a:r>
            <a:r>
              <a:rPr lang="ru-RU" altLang="en-US" spc="0" dirty="0"/>
              <a:t>кастомизации</a:t>
            </a:r>
            <a:r>
              <a:rPr altLang="en-US" dirty="0">
                <a:sym typeface="+mn-ea"/>
              </a:rPr>
              <a:t>”</a:t>
            </a:r>
            <a:r>
              <a:rPr lang="ru-RU" altLang="en-US" spc="0" dirty="0"/>
              <a:t> игрока</a:t>
            </a:r>
            <a:endParaRPr altLang="en-US" spc="0" dirty="0"/>
          </a:p>
        </p:txBody>
      </p:sp>
      <p:pic>
        <p:nvPicPr>
          <p:cNvPr id="18" name="图片 17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155050" y="2"/>
            <a:ext cx="6036950" cy="6040857"/>
          </a:xfrm>
          <a:custGeom>
            <a:avLst/>
            <a:gdLst>
              <a:gd name="connsiteX0" fmla="*/ 2276483 w 6036950"/>
              <a:gd name="connsiteY0" fmla="*/ 0 h 6040857"/>
              <a:gd name="connsiteX1" fmla="*/ 6036950 w 6036950"/>
              <a:gd name="connsiteY1" fmla="*/ 0 h 6040857"/>
              <a:gd name="connsiteX2" fmla="*/ 6036950 w 6036950"/>
              <a:gd name="connsiteY2" fmla="*/ 2936006 h 6040857"/>
              <a:gd name="connsiteX3" fmla="*/ 4238679 w 6036950"/>
              <a:gd name="connsiteY3" fmla="*/ 5156686 h 6040857"/>
              <a:gd name="connsiteX4" fmla="*/ 884172 w 6036950"/>
              <a:gd name="connsiteY4" fmla="*/ 5509259 h 6040857"/>
              <a:gd name="connsiteX5" fmla="*/ 531600 w 6036950"/>
              <a:gd name="connsiteY5" fmla="*/ 2154752 h 604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6950" h="6040857">
                <a:moveTo>
                  <a:pt x="2276483" y="0"/>
                </a:moveTo>
                <a:lnTo>
                  <a:pt x="6036950" y="0"/>
                </a:lnTo>
                <a:lnTo>
                  <a:pt x="6036950" y="2936006"/>
                </a:lnTo>
                <a:lnTo>
                  <a:pt x="4238679" y="5156686"/>
                </a:lnTo>
                <a:cubicBezTo>
                  <a:pt x="3409718" y="6180367"/>
                  <a:pt x="1907854" y="6338220"/>
                  <a:pt x="884172" y="5509259"/>
                </a:cubicBezTo>
                <a:cubicBezTo>
                  <a:pt x="-139509" y="4680298"/>
                  <a:pt x="-297361" y="3178434"/>
                  <a:pt x="531600" y="2154752"/>
                </a:cubicBezTo>
                <a:close/>
              </a:path>
            </a:pathLst>
          </a:custGeom>
          <a:ln w="9525" cap="flat" cmpd="sng" algn="ctr">
            <a:solidFill>
              <a:schemeClr val="tx1">
                <a:lumMod val="40000"/>
                <a:lumOff val="60000"/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dist="254000" dir="4200000" algn="ctr" rotWithShape="0">
              <a:schemeClr val="accent1">
                <a:alpha val="15000"/>
              </a:schemeClr>
            </a:outerShdw>
          </a:effectLst>
        </p:spPr>
      </p:pic>
      <p:sp>
        <p:nvSpPr>
          <p:cNvPr id="11" name="矩形 10"/>
          <p:cNvSpPr/>
          <p:nvPr>
            <p:custDataLst>
              <p:tags r:id="rId5"/>
            </p:custDataLst>
          </p:nvPr>
        </p:nvSpPr>
        <p:spPr>
          <a:xfrm>
            <a:off x="1159676" y="2379830"/>
            <a:ext cx="4115531" cy="68934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Кем будет ваш персонаж - зависит только от вашего воображения</a:t>
            </a:r>
            <a:endParaRPr lang="ru-RU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13" name="矩形 12"/>
          <p:cNvSpPr/>
          <p:nvPr>
            <p:custDataLst>
              <p:tags r:id="rId6"/>
            </p:custDataLst>
          </p:nvPr>
        </p:nvSpPr>
        <p:spPr>
          <a:xfrm>
            <a:off x="1155699" y="2043083"/>
            <a:ext cx="4116857" cy="277064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 fontScale="80000"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ru-RU" altLang="en-US" b="1" dirty="0">
                <a:solidFill>
                  <a:schemeClr val="accent1"/>
                </a:solidFill>
                <a:latin typeface="+mj-lt"/>
              </a:rPr>
              <a:t>Изменение спрайта персонажа</a:t>
            </a:r>
            <a:endParaRPr lang="ru-RU" altLang="en-US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4" name="椭圆 13"/>
          <p:cNvSpPr/>
          <p:nvPr>
            <p:custDataLst>
              <p:tags r:id="rId7"/>
            </p:custDataLst>
          </p:nvPr>
        </p:nvSpPr>
        <p:spPr>
          <a:xfrm>
            <a:off x="467678" y="2043774"/>
            <a:ext cx="526290" cy="526290"/>
          </a:xfrm>
          <a:prstGeom prst="ellipse">
            <a:avLst/>
          </a:prstGeom>
          <a:solidFill>
            <a:schemeClr val="accent1"/>
          </a:solidFill>
          <a:effectLst>
            <a:outerShdw blurRad="101600" dist="38100" algn="l" rotWithShape="0">
              <a:schemeClr val="accent1">
                <a:alpha val="40000"/>
              </a:schemeClr>
            </a:outerShdw>
          </a:effectLst>
        </p:spPr>
        <p:txBody>
          <a:bodyPr wrap="none" lIns="0" tIns="0" rIns="0" bIns="0" rtlCol="0" anchor="ctr" anchorCtr="0">
            <a:norm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+mn-lt"/>
              </a:rPr>
              <a:t>01</a:t>
            </a:r>
            <a:endParaRPr lang="en-US" sz="16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5" name="椭圆 14"/>
          <p:cNvSpPr/>
          <p:nvPr>
            <p:custDataLst>
              <p:tags r:id="rId8"/>
            </p:custDataLst>
          </p:nvPr>
        </p:nvSpPr>
        <p:spPr>
          <a:xfrm>
            <a:off x="467678" y="4713002"/>
            <a:ext cx="526290" cy="526290"/>
          </a:xfrm>
          <a:prstGeom prst="ellipse">
            <a:avLst/>
          </a:prstGeom>
          <a:solidFill>
            <a:schemeClr val="accent1"/>
          </a:solidFill>
          <a:effectLst>
            <a:outerShdw blurRad="101600" dist="38100" algn="l" rotWithShape="0">
              <a:schemeClr val="accent1">
                <a:alpha val="40000"/>
              </a:schemeClr>
            </a:outerShdw>
          </a:effectLst>
        </p:spPr>
        <p:txBody>
          <a:bodyPr wrap="none" lIns="0" tIns="0" rIns="0" bIns="0" rtlCol="0" anchor="ctr" anchorCtr="0">
            <a:norm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+mn-lt"/>
              </a:rPr>
              <a:t>03</a:t>
            </a:r>
            <a:endParaRPr lang="en-US" sz="16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6" name="矩形 15"/>
          <p:cNvSpPr/>
          <p:nvPr>
            <p:custDataLst>
              <p:tags r:id="rId9"/>
            </p:custDataLst>
          </p:nvPr>
        </p:nvSpPr>
        <p:spPr>
          <a:xfrm>
            <a:off x="1160780" y="5028565"/>
            <a:ext cx="4418330" cy="90106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Умная система анимаций позволяет запускать любые анимации без просадки </a:t>
            </a: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FPS</a:t>
            </a:r>
            <a:endParaRPr lang="en-US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17" name="矩形 16"/>
          <p:cNvSpPr/>
          <p:nvPr>
            <p:custDataLst>
              <p:tags r:id="rId10"/>
            </p:custDataLst>
          </p:nvPr>
        </p:nvSpPr>
        <p:spPr>
          <a:xfrm>
            <a:off x="1157025" y="4691792"/>
            <a:ext cx="4116857" cy="277064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 fontScale="80000"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ru-RU" altLang="en-US" b="1">
                <a:solidFill>
                  <a:schemeClr val="accent1"/>
                </a:solidFill>
                <a:latin typeface="+mj-lt"/>
              </a:rPr>
              <a:t>Добавление </a:t>
            </a:r>
            <a:r>
              <a:rPr lang="en-US" altLang="en-US" b="1">
                <a:solidFill>
                  <a:schemeClr val="accent1"/>
                </a:solidFill>
                <a:latin typeface="+mj-lt"/>
              </a:rPr>
              <a:t>“</a:t>
            </a:r>
            <a:r>
              <a:rPr lang="ru-RU" altLang="en-US" b="1">
                <a:solidFill>
                  <a:schemeClr val="accent1"/>
                </a:solidFill>
                <a:latin typeface="+mj-lt"/>
              </a:rPr>
              <a:t>живых</a:t>
            </a:r>
            <a:r>
              <a:rPr lang="en-US" altLang="en-US" b="1">
                <a:solidFill>
                  <a:schemeClr val="accent1"/>
                </a:solidFill>
                <a:latin typeface="+mj-lt"/>
              </a:rPr>
              <a:t>”</a:t>
            </a:r>
            <a:r>
              <a:rPr lang="ru-RU" altLang="en-US" b="1">
                <a:solidFill>
                  <a:schemeClr val="accent1"/>
                </a:solidFill>
                <a:latin typeface="+mj-lt"/>
              </a:rPr>
              <a:t> аксесуаров игрока</a:t>
            </a:r>
            <a:endParaRPr lang="ru-RU" altLang="en-US" b="1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9" name="椭圆 18"/>
          <p:cNvSpPr/>
          <p:nvPr>
            <p:custDataLst>
              <p:tags r:id="rId11"/>
            </p:custDataLst>
          </p:nvPr>
        </p:nvSpPr>
        <p:spPr>
          <a:xfrm>
            <a:off x="467678" y="3378719"/>
            <a:ext cx="526290" cy="526290"/>
          </a:xfrm>
          <a:prstGeom prst="ellipse">
            <a:avLst/>
          </a:prstGeom>
          <a:solidFill>
            <a:schemeClr val="accent1"/>
          </a:solidFill>
          <a:effectLst>
            <a:outerShdw blurRad="101600" dist="38100" algn="l" rotWithShape="0">
              <a:schemeClr val="accent1">
                <a:alpha val="40000"/>
              </a:schemeClr>
            </a:outerShdw>
          </a:effectLst>
        </p:spPr>
        <p:txBody>
          <a:bodyPr wrap="none" lIns="0" tIns="0" rIns="0" bIns="0" rtlCol="0" anchor="ctr" anchorCtr="0">
            <a:norm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+mn-lt"/>
              </a:rPr>
              <a:t>02</a:t>
            </a:r>
            <a:endParaRPr lang="en-US" sz="16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矩形 21"/>
          <p:cNvSpPr/>
          <p:nvPr>
            <p:custDataLst>
              <p:tags r:id="rId12"/>
            </p:custDataLst>
          </p:nvPr>
        </p:nvSpPr>
        <p:spPr>
          <a:xfrm>
            <a:off x="1158350" y="3704170"/>
            <a:ext cx="4115531" cy="68934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Можно задать игроку любое имя которое пожелаете</a:t>
            </a:r>
            <a:endParaRPr lang="ru-RU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23" name="矩形 22"/>
          <p:cNvSpPr/>
          <p:nvPr>
            <p:custDataLst>
              <p:tags r:id="rId13"/>
            </p:custDataLst>
          </p:nvPr>
        </p:nvSpPr>
        <p:spPr>
          <a:xfrm>
            <a:off x="1156362" y="3367451"/>
            <a:ext cx="4116857" cy="277064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 fontScale="80000"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ru-RU" altLang="en-US" b="1">
                <a:solidFill>
                  <a:schemeClr val="accent1"/>
                </a:solidFill>
                <a:latin typeface="+mj-lt"/>
              </a:rPr>
              <a:t>Пользовательские ники</a:t>
            </a:r>
            <a:endParaRPr lang="ru-RU" altLang="en-US" b="1">
              <a:solidFill>
                <a:schemeClr val="accent1"/>
              </a:solidFill>
              <a:latin typeface="+mj-lt"/>
            </a:endParaRPr>
          </a:p>
        </p:txBody>
      </p:sp>
    </p:spTree>
    <p:custDataLst>
      <p:tags r:id="rId14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95325" y="272833"/>
            <a:ext cx="6946446" cy="986801"/>
          </a:xfrm>
        </p:spPr>
        <p:txBody>
          <a:bodyPr wrap="square" lIns="0" tIns="0" rIns="0" bIns="0" anchor="b" anchorCtr="0">
            <a:normAutofit/>
          </a:bodyPr>
          <a:lstStyle/>
          <a:p>
            <a:pPr algn="l"/>
            <a:r>
              <a:rPr lang="ru-RU" altLang="en-US" spc="0" dirty="0"/>
              <a:t>Система мультиплеера</a:t>
            </a:r>
            <a:endParaRPr lang="ru-RU" altLang="en-US" spc="0" dirty="0"/>
          </a:p>
        </p:txBody>
      </p:sp>
      <p:pic>
        <p:nvPicPr>
          <p:cNvPr id="9" name="http://photo-static-api.fotomore.com/creative/vcg/veer/400/new/VCG41N531480994.jpg?uid=386&amp;timestamp=1685070879&amp;sign=638fe59e20d56783b78d4e80af2eb419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 l="7049" r="7049"/>
          <a:stretch>
            <a:fillRect/>
          </a:stretch>
        </p:blipFill>
        <p:spPr>
          <a:xfrm>
            <a:off x="7502167" y="0"/>
            <a:ext cx="4714875" cy="685800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7425" h="10800">
                <a:moveTo>
                  <a:pt x="2" y="5375"/>
                </a:moveTo>
                <a:cubicBezTo>
                  <a:pt x="-52" y="3149"/>
                  <a:pt x="1257" y="1045"/>
                  <a:pt x="2815" y="0"/>
                </a:cubicBezTo>
                <a:lnTo>
                  <a:pt x="7425" y="0"/>
                </a:lnTo>
                <a:lnTo>
                  <a:pt x="7425" y="10800"/>
                </a:lnTo>
                <a:lnTo>
                  <a:pt x="2888" y="10800"/>
                </a:lnTo>
                <a:cubicBezTo>
                  <a:pt x="1119" y="9677"/>
                  <a:pt x="-33" y="7429"/>
                  <a:pt x="2" y="5375"/>
                </a:cubicBezTo>
                <a:close/>
              </a:path>
            </a:pathLst>
          </a:custGeom>
          <a:ln w="9525" cap="flat" cmpd="sng" algn="ctr">
            <a:solidFill>
              <a:schemeClr val="dk1">
                <a:lumMod val="40000"/>
                <a:lumOff val="60000"/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2" name="矩形 1"/>
          <p:cNvSpPr/>
          <p:nvPr>
            <p:custDataLst>
              <p:tags r:id="rId4"/>
            </p:custDataLst>
          </p:nvPr>
        </p:nvSpPr>
        <p:spPr>
          <a:xfrm>
            <a:off x="1822362" y="2340859"/>
            <a:ext cx="4864736" cy="71999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Каждый игрок может запустить сервер на своём устройстве и пригласить друга</a:t>
            </a:r>
            <a:endParaRPr lang="ru-RU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3" name="矩形 2"/>
          <p:cNvSpPr/>
          <p:nvPr>
            <p:custDataLst>
              <p:tags r:id="rId5"/>
            </p:custDataLst>
          </p:nvPr>
        </p:nvSpPr>
        <p:spPr>
          <a:xfrm>
            <a:off x="1822362" y="1915672"/>
            <a:ext cx="4864736" cy="371029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 fontScale="90000"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ru-RU" altLang="en-US" sz="2000" b="1" dirty="0">
                <a:solidFill>
                  <a:schemeClr val="accent1"/>
                </a:solidFill>
                <a:latin typeface="+mj-lt"/>
                <a:sym typeface="+mn-ea"/>
              </a:rPr>
              <a:t>Создание локальных серверов</a:t>
            </a:r>
            <a:endParaRPr lang="ru-RU" altLang="en-US" sz="2000" b="1" dirty="0">
              <a:solidFill>
                <a:schemeClr val="accent1"/>
              </a:solidFill>
              <a:latin typeface="+mj-lt"/>
              <a:sym typeface="+mn-ea"/>
            </a:endParaRPr>
          </a:p>
        </p:txBody>
      </p:sp>
      <p:sp>
        <p:nvSpPr>
          <p:cNvPr id="4" name="椭圆 3"/>
          <p:cNvSpPr/>
          <p:nvPr>
            <p:custDataLst>
              <p:tags r:id="rId6"/>
            </p:custDataLst>
          </p:nvPr>
        </p:nvSpPr>
        <p:spPr>
          <a:xfrm>
            <a:off x="690944" y="1948266"/>
            <a:ext cx="763328" cy="763328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solidFill>
                  <a:schemeClr val="bg1"/>
                </a:solidFill>
                <a:latin typeface="+mn-lt"/>
                <a:sym typeface="+mn-lt"/>
              </a:rPr>
              <a:t>01</a:t>
            </a:r>
            <a:endParaRPr lang="en-US" sz="2000" b="1" dirty="0">
              <a:solidFill>
                <a:schemeClr val="bg1"/>
              </a:solidFill>
              <a:latin typeface="+mn-lt"/>
              <a:sym typeface="+mn-lt"/>
            </a:endParaRPr>
          </a:p>
        </p:txBody>
      </p:sp>
      <p:sp>
        <p:nvSpPr>
          <p:cNvPr id="5" name="矩形 4"/>
          <p:cNvSpPr/>
          <p:nvPr>
            <p:custDataLst>
              <p:tags r:id="rId7"/>
            </p:custDataLst>
          </p:nvPr>
        </p:nvSpPr>
        <p:spPr>
          <a:xfrm>
            <a:off x="1823086" y="3720724"/>
            <a:ext cx="4864736" cy="71956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Даже на слабом компьютере сервер не будет сильно нагружать процессор</a:t>
            </a:r>
            <a:endParaRPr lang="ru-RU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7" name="矩形 6"/>
          <p:cNvSpPr/>
          <p:nvPr>
            <p:custDataLst>
              <p:tags r:id="rId8"/>
            </p:custDataLst>
          </p:nvPr>
        </p:nvSpPr>
        <p:spPr>
          <a:xfrm>
            <a:off x="1823086" y="3295537"/>
            <a:ext cx="4864736" cy="370808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 fontScale="90000"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ru-RU" altLang="en-US" sz="2000" b="1" dirty="0">
                <a:solidFill>
                  <a:schemeClr val="accent1"/>
                </a:solidFill>
                <a:latin typeface="+mj-lt"/>
                <a:sym typeface="+mn-ea"/>
              </a:rPr>
              <a:t>Хорошая оптимизация сервера</a:t>
            </a:r>
            <a:endParaRPr lang="ru-RU" altLang="en-US" sz="2000" b="1" dirty="0">
              <a:solidFill>
                <a:schemeClr val="accent1"/>
              </a:solidFill>
              <a:latin typeface="+mj-lt"/>
              <a:sym typeface="+mn-ea"/>
            </a:endParaRPr>
          </a:p>
        </p:txBody>
      </p:sp>
      <p:sp>
        <p:nvSpPr>
          <p:cNvPr id="8" name="椭圆 7"/>
          <p:cNvSpPr/>
          <p:nvPr>
            <p:custDataLst>
              <p:tags r:id="rId9"/>
            </p:custDataLst>
          </p:nvPr>
        </p:nvSpPr>
        <p:spPr>
          <a:xfrm>
            <a:off x="692394" y="3317267"/>
            <a:ext cx="763328" cy="76287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solidFill>
                  <a:schemeClr val="bg1"/>
                </a:solidFill>
                <a:latin typeface="+mn-lt"/>
                <a:sym typeface="+mn-lt"/>
              </a:rPr>
              <a:t>02</a:t>
            </a:r>
            <a:endParaRPr lang="en-US" sz="2000" b="1" dirty="0">
              <a:solidFill>
                <a:schemeClr val="bg1"/>
              </a:solidFill>
              <a:latin typeface="+mn-lt"/>
              <a:sym typeface="+mn-lt"/>
            </a:endParaRPr>
          </a:p>
        </p:txBody>
      </p:sp>
      <p:sp>
        <p:nvSpPr>
          <p:cNvPr id="10" name="矩形 9"/>
          <p:cNvSpPr/>
          <p:nvPr>
            <p:custDataLst>
              <p:tags r:id="rId10"/>
            </p:custDataLst>
          </p:nvPr>
        </p:nvSpPr>
        <p:spPr>
          <a:xfrm>
            <a:off x="1823086" y="5100590"/>
            <a:ext cx="4864736" cy="71956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При наличии у пользователя своего </a:t>
            </a: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VPS </a:t>
            </a:r>
            <a:r>
              <a:rPr lang="ru-RU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он может легко запустить сервер на нём</a:t>
            </a:r>
            <a:endParaRPr lang="ru-RU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11" name="矩形 10"/>
          <p:cNvSpPr/>
          <p:nvPr>
            <p:custDataLst>
              <p:tags r:id="rId11"/>
            </p:custDataLst>
          </p:nvPr>
        </p:nvSpPr>
        <p:spPr>
          <a:xfrm>
            <a:off x="1823086" y="4675403"/>
            <a:ext cx="4864736" cy="370808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 fontScale="90000"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ru-RU" altLang="en-US" sz="2000" b="1" dirty="0">
                <a:solidFill>
                  <a:schemeClr val="accent1"/>
                </a:solidFill>
                <a:latin typeface="+mj-lt"/>
                <a:sym typeface="+mn-ea"/>
              </a:rPr>
              <a:t>Отдельный модуль сервера</a:t>
            </a:r>
            <a:endParaRPr lang="ru-RU" altLang="en-US" sz="2000" b="1" dirty="0">
              <a:solidFill>
                <a:schemeClr val="accent1"/>
              </a:solidFill>
              <a:latin typeface="+mj-lt"/>
              <a:sym typeface="+mn-ea"/>
            </a:endParaRPr>
          </a:p>
        </p:txBody>
      </p:sp>
      <p:sp>
        <p:nvSpPr>
          <p:cNvPr id="12" name="椭圆 11"/>
          <p:cNvSpPr/>
          <p:nvPr>
            <p:custDataLst>
              <p:tags r:id="rId12"/>
            </p:custDataLst>
          </p:nvPr>
        </p:nvSpPr>
        <p:spPr>
          <a:xfrm>
            <a:off x="692394" y="4685544"/>
            <a:ext cx="763328" cy="76287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solidFill>
                  <a:schemeClr val="bg1"/>
                </a:solidFill>
                <a:latin typeface="+mn-lt"/>
                <a:sym typeface="+mn-lt"/>
              </a:rPr>
              <a:t>03</a:t>
            </a:r>
            <a:endParaRPr lang="en-US" sz="2000" b="1" dirty="0">
              <a:solidFill>
                <a:schemeClr val="bg1"/>
              </a:solidFill>
              <a:latin typeface="+mn-lt"/>
              <a:sym typeface="+mn-lt"/>
            </a:endParaRPr>
          </a:p>
        </p:txBody>
      </p:sp>
    </p:spTree>
    <p:custDataLst>
      <p:tags r:id="rId1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3"/>
            <p:custDataLst>
              <p:tags r:id="rId1"/>
            </p:custDataLst>
          </p:nvPr>
        </p:nvSpPr>
        <p:spPr>
          <a:xfrm>
            <a:off x="1774190" y="4555490"/>
            <a:ext cx="8373110" cy="417195"/>
          </a:xfrm>
        </p:spPr>
        <p:txBody>
          <a:bodyPr>
            <a:normAutofit lnSpcReduction="20000"/>
          </a:bodyPr>
          <a:lstStyle/>
          <a:p>
            <a:r>
              <a:rPr lang="ru-RU"/>
              <a:t>Зайцев Кирилл</a:t>
            </a:r>
            <a:endParaRPr lang="ru-RU"/>
          </a:p>
        </p:txBody>
      </p:sp>
      <p:sp>
        <p:nvSpPr>
          <p:cNvPr id="14" name="文本占位符 13"/>
          <p:cNvSpPr>
            <a:spLocks noGrp="1"/>
          </p:cNvSpPr>
          <p:nvPr>
            <p:ph type="body" idx="2"/>
            <p:custDataLst>
              <p:tags r:id="rId2"/>
            </p:custDataLst>
          </p:nvPr>
        </p:nvSpPr>
        <p:spPr>
          <a:xfrm>
            <a:off x="1473835" y="3334385"/>
            <a:ext cx="8673465" cy="939800"/>
          </a:xfrm>
        </p:spPr>
        <p:txBody>
          <a:bodyPr/>
          <a:lstStyle/>
          <a:p>
            <a:r>
              <a:rPr lang="en-US"/>
              <a:t>2D </a:t>
            </a:r>
            <a:r>
              <a:rPr lang="ru-RU" altLang="en-US"/>
              <a:t>песочница</a:t>
            </a:r>
            <a:endParaRPr lang="ru-RU" altLang="en-US"/>
          </a:p>
        </p:txBody>
      </p:sp>
      <p:sp>
        <p:nvSpPr>
          <p:cNvPr id="15" name="标题 14"/>
          <p:cNvSpPr>
            <a:spLocks noGrp="1"/>
          </p:cNvSpPr>
          <p:nvPr>
            <p:ph type="title" idx="1"/>
            <p:custDataLst>
              <p:tags r:id="rId3"/>
            </p:custDataLst>
          </p:nvPr>
        </p:nvSpPr>
        <p:spPr>
          <a:xfrm>
            <a:off x="1473835" y="209550"/>
            <a:ext cx="9738995" cy="3034665"/>
          </a:xfrm>
        </p:spPr>
        <p:txBody>
          <a:bodyPr/>
          <a:lstStyle/>
          <a:p>
            <a:r>
              <a:rPr lang="en-US" dirty="0"/>
              <a:t>CUBE</a:t>
            </a:r>
            <a:endParaRPr lang="en-US" dirty="0"/>
          </a:p>
        </p:txBody>
      </p:sp>
      <p:sp>
        <p:nvSpPr>
          <p:cNvPr id="2" name="Текстовое поле 1"/>
          <p:cNvSpPr txBox="1"/>
          <p:nvPr/>
        </p:nvSpPr>
        <p:spPr>
          <a:xfrm>
            <a:off x="1171575" y="214122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ru-RU" altLang="en-US"/>
          </a:p>
        </p:txBody>
      </p:sp>
    </p:spTree>
    <p:custDataLst>
      <p:tags r:id="rId4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*i*5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*i*6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*i*7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*i*8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ISCONTENTSTITLE" val="0"/>
  <p:tag name="KSO_WM_UNIT_ISNUMDGMTITLE" val="0"/>
  <p:tag name="KSO_WM_UNIT_PRESET_TEXT" val="Click to add subtitle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b"/>
  <p:tag name="KSO_WM_UNIT_INDEX" val="1"/>
  <p:tag name="KSO_WM_UNIT_ID" val="_1*b*1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2*i*2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3"/>
  <p:tag name="KSO_WM_UNIT_ID" val="_2*i*3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4"/>
  <p:tag name="KSO_WM_UNIT_ID" val="_2*i*4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添加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ISCONTENTSTITLE" val="1"/>
  <p:tag name="KSO_WM_UNIT_ISNUMDGMTITLE" val="0"/>
  <p:tag name="KSO_WM_UNIT_PRESET_TEXT" val="目录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2"/>
  <p:tag name="KSO_WM_UNIT_ID" val="_4*i*2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3"/>
  <p:tag name="KSO_WM_UNIT_ID" val="_4*i*3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4"/>
  <p:tag name="KSO_WM_UNIT_ID" val="_4*i*4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4*i*5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4*i*6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4*i*7"/>
  <p:tag name="KSO_WM_UNIT_LAYERLEVEL" val="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4*i*8"/>
  <p:tag name="KSO_WM_UNIT_LAYERLEVEL" val="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PRESET_TEXT" val="PART ONE"/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CONTENT_GROUP_TYPE" val="contentchip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章节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5*i*2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3"/>
  <p:tag name="KSO_WM_UNIT_ID" val="_5*i*3"/>
  <p:tag name="KSO_WM_UNIT_LAYERLEVEL" val="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4"/>
  <p:tag name="KSO_WM_UNIT_ID" val="_5*i*4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添加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6*i*2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3"/>
  <p:tag name="KSO_WM_UNIT_ID" val="_6*i*3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4"/>
  <p:tag name="KSO_WM_UNIT_ID" val="_6*i*4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小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小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添加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7*i*2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3"/>
  <p:tag name="KSO_WM_UNIT_ID" val="_7*i*3"/>
  <p:tag name="KSO_WM_UNIT_LAYERLEVEL" val="1"/>
  <p:tag name="KSO_WM_TAG_VERSION" val="3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4"/>
  <p:tag name="KSO_WM_UNIT_ID" val="_7*i*4"/>
  <p:tag name="KSO_WM_UNIT_LAYERLEVEL" val="1"/>
  <p:tag name="KSO_WM_TAG_VERSION" val="3.0"/>
  <p:tag name="KSO_WM_BEAUTIFY_FLAG" val="#wm#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添加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8*i*2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3"/>
  <p:tag name="KSO_WM_UNIT_ID" val="_8*i*3"/>
  <p:tag name="KSO_WM_UNIT_LAYERLEVEL" val="1"/>
  <p:tag name="KSO_WM_TAG_VERSION" val="3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4"/>
  <p:tag name="KSO_WM_UNIT_ID" val="_8*i*4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9*i*2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3"/>
  <p:tag name="KSO_WM_UNIT_ID" val="_9*i*3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4"/>
  <p:tag name="KSO_WM_UNIT_ID" val="_9*i*4"/>
  <p:tag name="KSO_WM_UNIT_LAYERLEVEL" val="1"/>
  <p:tag name="KSO_WM_TAG_VERSION" val="3.0"/>
  <p:tag name="KSO_WM_BEAUTIFY_FLAG" val="#wm#"/>
</p:tagLst>
</file>

<file path=ppt/tags/tag76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10*i*2"/>
  <p:tag name="KSO_WM_UNIT_LAYERLEVEL" val="1"/>
  <p:tag name="KSO_WM_TAG_VERSION" val="3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3"/>
  <p:tag name="KSO_WM_UNIT_ID" val="_10*i*3"/>
  <p:tag name="KSO_WM_UNIT_LAYERLEVEL" val="1"/>
  <p:tag name="KSO_WM_TAG_VERSION" val="3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4"/>
  <p:tag name="KSO_WM_UNIT_ID" val="_10*i*4"/>
  <p:tag name="KSO_WM_UNIT_LAYERLEVEL" val="1"/>
  <p:tag name="KSO_WM_TAG_VERSION" val="3.0"/>
  <p:tag name="KSO_WM_BEAUTIFY_FLAG" val="#wm#"/>
</p:tagLst>
</file>

<file path=ppt/tags/tag8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选择预设副标题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8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添加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2"/>
  <p:tag name="KSO_WM_UNIT_ID" val="_11*i*2"/>
  <p:tag name="KSO_WM_UNIT_LAYERLEVEL" val="1"/>
  <p:tag name="KSO_WM_TAG_VERSION" val="3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3"/>
  <p:tag name="KSO_WM_UNIT_ID" val="_11*i*3"/>
  <p:tag name="KSO_WM_UNIT_LAYERLEVEL" val="1"/>
  <p:tag name="KSO_WM_TAG_VERSION" val="3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4"/>
  <p:tag name="KSO_WM_UNIT_ID" val="_11*i*4"/>
  <p:tag name="KSO_WM_UNIT_LAYERLEVEL" val="1"/>
  <p:tag name="KSO_WM_TAG_VERSION" val="3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1*i*5"/>
  <p:tag name="KSO_WM_UNIT_LAYERLEVEL" val="1"/>
  <p:tag name="KSO_WM_TAG_VERSION" val="3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1*i*6"/>
  <p:tag name="KSO_WM_UNIT_LAYERLEVEL" val="1"/>
  <p:tag name="KSO_WM_TAG_VERSION" val="3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1*i*7"/>
  <p:tag name="KSO_WM_UNIT_LAYERLEVEL" val="1"/>
  <p:tag name="KSO_WM_TAG_VERSION" val="3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1*i*8"/>
  <p:tag name="KSO_WM_UNIT_LAYERLEVEL" val="1"/>
  <p:tag name="KSO_WM_TAG_VERSION" val="3.0"/>
  <p:tag name="KSO_WM_BEAUTIFY_FLAG" val="#wm#"/>
</p:tagLst>
</file>

<file path=ppt/tags/tag96.xml><?xml version="1.0" encoding="utf-8"?>
<p:tagLst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</p:tagLst>
</file>

<file path=ppt/tags/tag97.xml><?xml version="1.0" encoding="utf-8"?>
<p:tagLst xmlns:p="http://schemas.openxmlformats.org/presentationml/2006/main">
  <p:tag name="KSO_WM_UNIT_ISCONTENTSTITLE" val="0"/>
  <p:tag name="KSO_WM_UNIT_ISNUMDGMTITLE" val="0"/>
  <p:tag name="KSO_WM_UNIT_PRESET_TEXT" val="THANKS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0*i*2"/>
  <p:tag name="KSO_WM_UNIT_LAYERLEVEL" val="1"/>
  <p:tag name="KSO_WM_TAG_VERSION" val="3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3"/>
  <p:tag name="KSO_WM_UNIT_ID" val="_0*i*3"/>
  <p:tag name="KSO_WM_UNIT_LAYERLEVEL" val="1"/>
  <p:tag name="KSO_WM_TAG_VERSION" val="3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1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3430"/>
</p:tagLst>
</file>

<file path=ppt/tags/tag112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1.0"/>
  <p:tag name="KSO_WM_BEAUTIFY_FLAG" val="#wm#"/>
  <p:tag name="KSO_WM_TEMPLATE_CATEGORY" val="custom"/>
  <p:tag name="KSO_WM_TEMPLATE_INDEX" val="20233430"/>
</p:tagLst>
</file>

<file path=ppt/tags/tag113.xml><?xml version="1.0" encoding="utf-8"?>
<p:tagLst xmlns:p="http://schemas.openxmlformats.org/presentationml/2006/main">
  <p:tag name="KSO_WM_TEMPLATE_THUMBS_INDEX" val="1、9"/>
  <p:tag name="KSO_WM_SPECIAL_SOURCE" val="bdnull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430"/>
</p:tagLst>
</file>

<file path=ppt/tags/tag114.xml><?xml version="1.0" encoding="utf-8"?>
<p:tagLst xmlns:p="http://schemas.openxmlformats.org/presentationml/2006/main">
  <p:tag name="KSO_WM_UNIT_SUBTYPE" val="b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f"/>
  <p:tag name="KSO_WM_UNIT_INDEX" val="1"/>
  <p:tag name="KSO_WM_UNIT_ID" val="custom20233430_1*f*1"/>
  <p:tag name="KSO_WM_TEMPLATE_CATEGORY" val="custom"/>
  <p:tag name="KSO_WM_TEMPLATE_INDEX" val="20233430"/>
  <p:tag name="KSO_WM_UNIT_LAYERLEVEL" val="1"/>
  <p:tag name="KSO_WM_TAG_VERSION" val="3.0"/>
  <p:tag name="KSO_WM_BEAUTIFY_FLAG" val="#wm#"/>
  <p:tag name="KSO_WM_UNIT_PRESET_TEXT" val="Name"/>
</p:tagLst>
</file>

<file path=ppt/tags/tag11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b"/>
  <p:tag name="KSO_WM_UNIT_INDEX" val="1"/>
  <p:tag name="KSO_WM_UNIT_ID" val="custom20233430_1*b*1"/>
  <p:tag name="KSO_WM_TEMPLATE_CATEGORY" val="custom"/>
  <p:tag name="KSO_WM_TEMPLATE_INDEX" val="20233430"/>
  <p:tag name="KSO_WM_UNIT_LAYERLEVEL" val="1"/>
  <p:tag name="KSO_WM_TAG_VERSION" val="3.0"/>
  <p:tag name="KSO_WM_BEAUTIFY_FLAG" val="#wm#"/>
  <p:tag name="KSO_WM_UNIT_PRESET_TEXT" val="Click to add subtitle"/>
</p:tagLst>
</file>

<file path=ppt/tags/tag11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custom20233430_1*a*1"/>
  <p:tag name="KSO_WM_TEMPLATE_CATEGORY" val="custom"/>
  <p:tag name="KSO_WM_TEMPLATE_INDEX" val="20233430"/>
  <p:tag name="KSO_WM_UNIT_LAYERLEVEL" val="1"/>
  <p:tag name="KSO_WM_TAG_VERSION" val="3.0"/>
  <p:tag name="KSO_WM_BEAUTIFY_FLAG" val="#wm#"/>
  <p:tag name="KSO_WM_UNIT_PRESET_TEXT" val="Your title here"/>
</p:tagLst>
</file>

<file path=ppt/tags/tag117.xml><?xml version="1.0" encoding="utf-8"?>
<p:tagLst xmlns:p="http://schemas.openxmlformats.org/presentationml/2006/main">
  <p:tag name="KSO_WM_TEMPLATE_THUMBS_INDEX" val="1、9"/>
  <p:tag name="KSO_WM_SLIDE_CONTENT_AREA" val="{&quot;left&quot;:&quot;81.45&quot;,&quot;top&quot;:&quot;106.8&quot;,&quot;width&quot;:&quot;739.1&quot;,&quot;height&quot;:&quot;290.25&quot;}"/>
  <p:tag name="KSO_WM_SPECIAL_SOURCE" val="bdnull"/>
  <p:tag name="KSO_WM_SLIDE_ID" val="custom20233430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30"/>
  <p:tag name="KSO_WM_SLIDE_LAYOUT" val="a_b_f"/>
  <p:tag name="KSO_WM_SLIDE_LAYOUT_CNT" val="1_1_1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custom20238245_1*a*1"/>
  <p:tag name="KSO_WM_TEMPLATE_CATEGORY" val="custom"/>
  <p:tag name="KSO_WM_TEMPLATE_INDEX" val="20238245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UNIT_TYPE" val="a"/>
  <p:tag name="KSO_WM_UNIT_INDEX" val="1"/>
  <p:tag name="KSO_WM_UNIT_PRESET_TEXT" val="Your title here"/>
  <p:tag name="KSO_WM_UNIT_TEXT_FILL_FORE_SCHEMECOLOR_INDEX" val="13"/>
  <p:tag name="KSO_WM_UNIT_TEXT_FILL_TYPE" val="1"/>
  <p:tag name="KSO_WM_UNIT_USESOURCEFORMAT_APPLY" val="1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d"/>
  <p:tag name="KSO_WM_UNIT_INDEX" val="1_2_1"/>
  <p:tag name="KSO_WM_UNIT_ID" val="diagram20238251_1*l_h_d*1_2_1"/>
  <p:tag name="KSO_WM_TEMPLATE_CATEGORY" val="diagram"/>
  <p:tag name="KSO_WM_TEMPLATE_INDEX" val="20238251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VALUE" val="547*1449"/>
  <p:tag name="KSO_WM_DIAGRAM_MAX_ITEMCNT" val="4"/>
  <p:tag name="KSO_WM_DIAGRAM_MIN_ITEMCNT" val="2"/>
  <p:tag name="KSO_WM_DIAGRAM_VIRTUALLY_FRAME" val="{&quot;height&quot;:382.094970703125,&quot;left&quot;:54.42494628906261,&quot;top&quot;:107.07200283741386,&quot;width&quot;:851.110107421875}"/>
  <p:tag name="KSO_WM_DIAGRAM_COLOR_MATCH_VALUE" val="{&quot;shape&quot;:{&quot;fill&quot;:{&quot;type&quot;:0},&quot;glow&quot;:{&quot;colorType&quot;:0},&quot;line&quot;:{&quot;solidLine&quot;:{&quot;brightness&quot;:0.6000000238418579,&quot;colorType&quot;:1,&quot;foreColorIndex&quot;:13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13"/>
  <p:tag name="KSO_WM_UNIT_LINE_FILL_TYPE" val="2"/>
  <p:tag name="KSO_WM_UNIT_USESOURCEFORMAT_APPLY" val="1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d"/>
  <p:tag name="KSO_WM_UNIT_INDEX" val="1_1_1"/>
  <p:tag name="KSO_WM_UNIT_ID" val="diagram20238251_1*l_h_d*1_1_1"/>
  <p:tag name="KSO_WM_TEMPLATE_CATEGORY" val="diagram"/>
  <p:tag name="KSO_WM_TEMPLATE_INDEX" val="20238251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VALUE" val="547*1449"/>
  <p:tag name="KSO_WM_DIAGRAM_MAX_ITEMCNT" val="4"/>
  <p:tag name="KSO_WM_DIAGRAM_MIN_ITEMCNT" val="2"/>
  <p:tag name="KSO_WM_DIAGRAM_VIRTUALLY_FRAME" val="{&quot;height&quot;:382.094970703125,&quot;left&quot;:54.42494628906261,&quot;top&quot;:107.07200283741386,&quot;width&quot;:851.110107421875}"/>
  <p:tag name="KSO_WM_DIAGRAM_COLOR_MATCH_VALUE" val="{&quot;shape&quot;:{&quot;fill&quot;:{&quot;type&quot;:0},&quot;glow&quot;:{&quot;colorType&quot;:0},&quot;line&quot;:{&quot;solidLine&quot;:{&quot;brightness&quot;:0.6000000238418579,&quot;colorType&quot;:1,&quot;foreColorIndex&quot;:13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13"/>
  <p:tag name="KSO_WM_UNIT_LINE_FILL_TYPE" val="2"/>
  <p:tag name="KSO_WM_UNIT_USESOURCEFORMAT_APPLY" val="1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20238251_1*l_h_i*1_1_2"/>
  <p:tag name="KSO_WM_TEMPLATE_CATEGORY" val="diagram"/>
  <p:tag name="KSO_WM_TEMPLATE_INDEX" val="20238251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82.094970703125,&quot;left&quot;:54.42494628906261,&quot;top&quot;:107.07200283741386,&quot;width&quot;:851.110107421875}"/>
  <p:tag name="KSO_WM_DIAGRAM_COLOR_MATCH_VALUE" val="{&quot;shape&quot;:{&quot;fill&quot;:{&quot;type&quot;:0},&quot;glow&quot;:{&quot;colorType&quot;:0},&quot;line&quot;:{&quot;gradient&quot;:[{&quot;brightness&quot;:1,&quot;colorType&quot;:1,&quot;foreColorIndex&quot;:5,&quot;pos&quot;:0,&quot;transparency&quot;:1},{&quot;brightness&quot;:0.6000000238418579,&quot;colorType&quot;:1,&quot;foreColorIndex&quot;:5,&quot;pos&quot;:0.6899999976158142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]}"/>
  <p:tag name="KSO_WM_DIAGRAM_VERSION" val="3"/>
  <p:tag name="KSO_WM_DIAGRAM_COLOR_TRICK" val="1"/>
  <p:tag name="KSO_WM_DIAGRAM_COLOR_TEXT_CAN_REMOVE" val="n"/>
  <p:tag name="KSO_WM_UNIT_LINE_FORE_SCHEMECOLOR_INDEX" val="5"/>
  <p:tag name="KSO_WM_UNIT_USESOURCEFORMAT_APPLY" val="1"/>
</p:tagLst>
</file>

<file path=ppt/tags/tag122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8251_1*l_h_f*1_1_1"/>
  <p:tag name="KSO_WM_TEMPLATE_CATEGORY" val="diagram"/>
  <p:tag name="KSO_WM_TEMPLATE_INDEX" val="20238251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82.094970703125,&quot;left&quot;:54.42494628906261,&quot;top&quot;:107.07200283741386,&quot;width&quot;:851.110107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, lectures, speeches, reports, and more."/>
  <p:tag name="KSO_WM_UNIT_TEXT_FILL_FORE_SCHEMECOLOR_INDEX" val="1"/>
  <p:tag name="KSO_WM_UNIT_TEXT_FILL_TYPE" val="1"/>
  <p:tag name="KSO_WM_UNIT_USESOURCEFORMAT_APPLY" val="1"/>
</p:tagLst>
</file>

<file path=ppt/tags/tag12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8251_1*l_h_a*1_1_1"/>
  <p:tag name="KSO_WM_TEMPLATE_CATEGORY" val="diagram"/>
  <p:tag name="KSO_WM_TEMPLATE_INDEX" val="20238251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82.094970703125,&quot;left&quot;:54.42494628906261,&quot;top&quot;:107.07200283741386,&quot;width&quot;:851.110107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Your title here"/>
  <p:tag name="KSO_WM_UNIT_TEXT_FILL_FORE_SCHEMECOLOR_INDEX" val="1"/>
  <p:tag name="KSO_WM_UNIT_TEXT_FILL_TYPE" val="1"/>
  <p:tag name="KSO_WM_UNIT_USESOURCEFORMAT_APPLY" val="1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8251_1*l_h_i*1_2_2"/>
  <p:tag name="KSO_WM_TEMPLATE_CATEGORY" val="diagram"/>
  <p:tag name="KSO_WM_TEMPLATE_INDEX" val="20238251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82.094970703125,&quot;left&quot;:54.42494628906261,&quot;top&quot;:107.07200283741386,&quot;width&quot;:851.110107421875}"/>
  <p:tag name="KSO_WM_DIAGRAM_COLOR_MATCH_VALUE" val="{&quot;shape&quot;:{&quot;fill&quot;:{&quot;type&quot;:0},&quot;glow&quot;:{&quot;colorType&quot;:0},&quot;line&quot;:{&quot;gradient&quot;:[{&quot;brightness&quot;:1,&quot;colorType&quot;:1,&quot;foreColorIndex&quot;:5,&quot;pos&quot;:0,&quot;transparency&quot;:1},{&quot;brightness&quot;:0.6000000238418579,&quot;colorType&quot;:1,&quot;foreColorIndex&quot;:5,&quot;pos&quot;:0.6899999976158142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]}"/>
  <p:tag name="KSO_WM_DIAGRAM_VERSION" val="3"/>
  <p:tag name="KSO_WM_DIAGRAM_COLOR_TRICK" val="1"/>
  <p:tag name="KSO_WM_DIAGRAM_COLOR_TEXT_CAN_REMOVE" val="n"/>
  <p:tag name="KSO_WM_UNIT_LINE_FORE_SCHEMECOLOR_INDEX" val="5"/>
  <p:tag name="KSO_WM_UNIT_USESOURCEFORMAT_APPLY" val="1"/>
</p:tagLst>
</file>

<file path=ppt/tags/tag125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8251_1*l_h_f*1_2_1"/>
  <p:tag name="KSO_WM_TEMPLATE_CATEGORY" val="diagram"/>
  <p:tag name="KSO_WM_TEMPLATE_INDEX" val="20238251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82.094970703125,&quot;left&quot;:54.42494628906261,&quot;top&quot;:107.07200283741386,&quot;width&quot;:851.110107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, lectures, speeches, reports, and more."/>
  <p:tag name="KSO_WM_UNIT_TEXT_FILL_FORE_SCHEMECOLOR_INDEX" val="1"/>
  <p:tag name="KSO_WM_UNIT_TEXT_FILL_TYPE" val="1"/>
  <p:tag name="KSO_WM_UNIT_USESOURCEFORMAT_APPLY" val="1"/>
</p:tagLst>
</file>

<file path=ppt/tags/tag12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8251_1*l_h_a*1_2_1"/>
  <p:tag name="KSO_WM_TEMPLATE_CATEGORY" val="diagram"/>
  <p:tag name="KSO_WM_TEMPLATE_INDEX" val="20238251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82.094970703125,&quot;left&quot;:54.42494628906261,&quot;top&quot;:107.07200283741386,&quot;width&quot;:851.110107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Your title here"/>
  <p:tag name="KSO_WM_UNIT_TEXT_FILL_FORE_SCHEMECOLOR_INDEX" val="1"/>
  <p:tag name="KSO_WM_UNIT_TEXT_FILL_TYPE" val="1"/>
  <p:tag name="KSO_WM_UNIT_USESOURCEFORMAT_APPLY" val="1"/>
</p:tagLst>
</file>

<file path=ppt/tags/tag127.xml><?xml version="1.0" encoding="utf-8"?>
<p:tagLst xmlns:p="http://schemas.openxmlformats.org/presentationml/2006/main">
  <p:tag name="KSO_WM_SLIDE_ID" val="custom20238245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8245"/>
  <p:tag name="KSO_WM_SLIDE_TYPE" val="text"/>
  <p:tag name="KSO_WM_SLIDE_SUBTYPE" val="picTxt"/>
  <p:tag name="KSO_WM_SLIDE_SIZE" val="850.448*382.064"/>
  <p:tag name="KSO_WM_SLIDE_POSITION" val="54.7493*107.097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12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TEMPLATE_INDEX" val="20238262"/>
  <p:tag name="KSO_WM_UNIT_ID" val="custom20238262_1*a*1"/>
  <p:tag name="KSO_WM_UNIT_TEXT_FILL_FORE_SCHEMECOLOR_INDEX" val="13"/>
  <p:tag name="KSO_WM_UNIT_TEXT_FILL_TYPE" val="1"/>
  <p:tag name="KSO_WM_UNIT_USESOURCEFORMAT_APPLY" val="1"/>
  <p:tag name="KSO_WM_UNIT_PRESET_TEXT" val="Your title here"/>
</p:tagLst>
</file>

<file path=ppt/tags/tag129.xml><?xml version="1.0" encoding="utf-8"?>
<p:tagLst xmlns:p="http://schemas.openxmlformats.org/presentationml/2006/main">
  <p:tag name="KSO_WM_UNIT_VALUE" val="1311*148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d"/>
  <p:tag name="KSO_WM_UNIT_INDEX" val="1"/>
  <p:tag name="KSO_WM_UNIT_ID" val="custom20238262_1*d*1"/>
  <p:tag name="KSO_WM_TEMPLATE_CATEGORY" val="custom"/>
  <p:tag name="KSO_WM_TEMPLATE_INDEX" val="20238262"/>
  <p:tag name="KSO_WM_UNIT_LAYERLEVEL" val="1"/>
  <p:tag name="KSO_WM_TAG_VERSION" val="3.0"/>
  <p:tag name="KSO_WM_BEAUTIFY_FLAG" val="#wm#"/>
  <p:tag name="KSO_WM_UNIT_LINE_FORE_SCHEMECOLOR_INDEX" val="1"/>
  <p:tag name="KSO_WM_UNIT_LINE_FILL_TYPE" val="2"/>
  <p:tag name="KSO_WM_UNIT_USESOURCEFORMAT_APPLY" val="1"/>
</p:tagLst>
</file>

<file path=ppt/tags/tag130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275.0980285644531,&quot;left&quot;:493.5050393700787,&quot;top&quot;:186.3262219382459,&quot;width&quot;:413.99511811023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7926_3*l_h_f*1_1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131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275.0980285644531,&quot;left&quot;:493.5050393700787,&quot;top&quot;:186.3262219382459,&quot;width&quot;:413.99511811023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7926_3*l_h_a*1_1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UNIT_USESOURCEFORMAT_APPLY" val="1"/>
</p:tagLst>
</file>

<file path=ppt/tags/tag132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275.0980285644531,&quot;left&quot;:493.5050393700787,&quot;top&quot;:186.3262219382459,&quot;width&quot;:413.9951181102362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7926_3*l_h_i*1_1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01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1"/>
</p:tagLst>
</file>

<file path=ppt/tags/tag133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275.0980285644531,&quot;left&quot;:493.5050393700787,&quot;top&quot;:186.3262219382459,&quot;width&quot;:413.99511811023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7926_3*l_h_f*1_2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134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275.0980285644531,&quot;left&quot;:493.5050393700787,&quot;top&quot;:186.3262219382459,&quot;width&quot;:413.99511811023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7926_3*l_h_a*1_2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UNIT_USESOURCEFORMAT_APPLY" val="1"/>
</p:tagLst>
</file>

<file path=ppt/tags/tag135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275.0980285644531,&quot;left&quot;:493.5050393700787,&quot;top&quot;:186.3262219382459,&quot;width&quot;:413.9951181102362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diagram20237926_3*l_h_i*1_2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02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1"/>
</p:tagLst>
</file>

<file path=ppt/tags/tag136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275.0980285644531,&quot;left&quot;:493.5050393700787,&quot;top&quot;:186.3262219382459,&quot;width&quot;:413.99511811023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7926_3*l_h_f*1_3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137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275.0980285644531,&quot;left&quot;:493.5050393700787,&quot;top&quot;:186.3262219382459,&quot;width&quot;:413.99511811023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3_1"/>
  <p:tag name="KSO_WM_UNIT_ID" val="diagram20237926_3*l_h_a*1_3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UNIT_USESOURCEFORMAT_APPLY" val="1"/>
</p:tagLst>
</file>

<file path=ppt/tags/tag138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275.0980285644531,&quot;left&quot;:493.5050393700787,&quot;top&quot;:186.3262219382459,&quot;width&quot;:413.9951181102362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3_1"/>
  <p:tag name="KSO_WM_UNIT_ID" val="diagram20237926_3*l_h_i*1_3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03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1"/>
</p:tagLst>
</file>

<file path=ppt/tags/tag139.xml><?xml version="1.0" encoding="utf-8"?>
<p:tagLst xmlns:p="http://schemas.openxmlformats.org/presentationml/2006/main">
  <p:tag name="KSO_WM_TEMPLATE_MASTER_TYPE" val="0"/>
  <p:tag name="KSO_WM_TEMPLATE_COLOR_TYPE" val="0"/>
  <p:tag name="KSO_WM_BEAUTIFY_FLAG" val="#wm#"/>
  <p:tag name="KSO_WM_TEMPLATE_CATEGORY" val="custom"/>
  <p:tag name="KSO_WM_SLIDE_TYPE" val="text"/>
  <p:tag name="KSO_WM_SLIDE_SUBTYPE" val="picTxt"/>
  <p:tag name="KSO_WM_SLIDE_SIZE" val="413.271*363.279"/>
  <p:tag name="KSO_WM_SLIDE_POSITION" val="491.465*138.66"/>
  <p:tag name="KSO_WM_SLIDE_LAYOUT" val="a_d_l"/>
  <p:tag name="KSO_WM_SLIDE_LAYOUT_CNT" val="1_1_1"/>
  <p:tag name="KSO_WM_SPECIAL_SOURCE" val="bdnull"/>
  <p:tag name="KSO_WM_DIAGRAM_GROUP_CODE" val="l1-1"/>
  <p:tag name="KSO_WM_SLIDE_DIAGTYPE" val="l"/>
  <p:tag name="KSO_WM_TEMPLATE_INDEX" val="20238262"/>
  <p:tag name="KSO_WM_TEMPLATE_SUBCATEGORY" val="0"/>
  <p:tag name="KSO_WM_SLIDE_INDEX" val="1"/>
  <p:tag name="KSO_WM_TAG_VERSION" val="3.0"/>
  <p:tag name="KSO_WM_SLIDE_ID" val="custom20238262_1"/>
  <p:tag name="KSO_WM_SLIDE_ITEM_CNT" val="3"/>
</p:tagLst>
</file>

<file path=ppt/tags/tag14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TEMPLATE_INDEX" val="20238264"/>
  <p:tag name="KSO_WM_UNIT_ID" val="custom20238264_1*a*1"/>
  <p:tag name="KSO_WM_UNIT_PRESET_TEXT" val="Your title here"/>
  <p:tag name="KSO_WM_UNIT_TEXT_FILL_FORE_SCHEMECOLOR_INDEX" val="13"/>
  <p:tag name="KSO_WM_UNIT_TEXT_FILL_TYPE" val="1"/>
  <p:tag name="KSO_WM_UNIT_USESOURCEFORMAT_APPLY" val="1"/>
</p:tagLst>
</file>

<file path=ppt/tags/tag141.xml><?xml version="1.0" encoding="utf-8"?>
<p:tagLst xmlns:p="http://schemas.openxmlformats.org/presentationml/2006/main">
  <p:tag name="KSO_WM_UNIT_VALUE" val="1677*1676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d"/>
  <p:tag name="KSO_WM_UNIT_INDEX" val="1"/>
  <p:tag name="KSO_WM_UNIT_ID" val="custom20238264_1*d*1"/>
  <p:tag name="KSO_WM_TEMPLATE_CATEGORY" val="custom"/>
  <p:tag name="KSO_WM_TEMPLATE_INDEX" val="20238264"/>
  <p:tag name="KSO_WM_UNIT_LAYERLEVEL" val="1"/>
  <p:tag name="KSO_WM_TAG_VERSION" val="3.0"/>
  <p:tag name="KSO_WM_BEAUTIFY_FLAG" val="#wm#"/>
  <p:tag name="KSO_WM_UNIT_LINE_FORE_SCHEMECOLOR_INDEX" val="13"/>
  <p:tag name="KSO_WM_UNIT_LINE_FILL_TYPE" val="2"/>
  <p:tag name="KSO_WM_UNIT_SHADOW_SCHEMECOLOR_INDEX" val="5"/>
  <p:tag name="KSO_WM_UNIT_USESOURCEFORMAT_APPLY" val="1"/>
</p:tagLst>
</file>

<file path=ppt/tags/tag142.xml><?xml version="1.0" encoding="utf-8"?>
<p:tagLst xmlns:p="http://schemas.openxmlformats.org/presentationml/2006/main">
  <p:tag name="KSO_WM_DIAGRAM_MAX_ITEMCNT" val="5"/>
  <p:tag name="KSO_WM_DIAGRAM_MIN_ITEMCNT" val="2"/>
  <p:tag name="KSO_WM_DIAGRAM_VIRTUALLY_FRAME" val="{&quot;height&quot;:319.8249969482422,&quot;left&quot;:36.82503937007873,&quot;top&quot;:147.07500305175782,&quot;width&quot;:402.4749606299212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7920_3*l_h_f*1_1_1"/>
  <p:tag name="KSO_WM_TEMPLATE_CATEGORY" val="diagram"/>
  <p:tag name="KSO_WM_TEMPLATE_INDEX" val="20237920"/>
  <p:tag name="KSO_WM_UNIT_LAYERLEVEL" val="1_1_1"/>
  <p:tag name="KSO_WM_TAG_VERSION" val="3.0"/>
  <p:tag name="KSO_WM_BEAUTIFY_FLAG" val="#wm#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143.xml><?xml version="1.0" encoding="utf-8"?>
<p:tagLst xmlns:p="http://schemas.openxmlformats.org/presentationml/2006/main">
  <p:tag name="KSO_WM_DIAGRAM_MAX_ITEMCNT" val="5"/>
  <p:tag name="KSO_WM_DIAGRAM_MIN_ITEMCNT" val="2"/>
  <p:tag name="KSO_WM_DIAGRAM_VIRTUALLY_FRAME" val="{&quot;height&quot;:319.8249969482422,&quot;left&quot;:36.82503937007873,&quot;top&quot;:147.07500305175782,&quot;width&quot;:402.4749606299212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7920_3*l_h_a*1_1_1"/>
  <p:tag name="KSO_WM_TEMPLATE_CATEGORY" val="diagram"/>
  <p:tag name="KSO_WM_TEMPLATE_INDEX" val="20237920"/>
  <p:tag name="KSO_WM_UNIT_LAYERLEVEL" val="1_1_1"/>
  <p:tag name="KSO_WM_TAG_VERSION" val="3.0"/>
  <p:tag name="KSO_WM_BEAUTIFY_FLAG" val="#wm#"/>
  <p:tag name="KSO_WM_UNIT_PRESET_TEXT" val="Your title here"/>
  <p:tag name="KSO_WM_UNIT_TEXT_FILL_FORE_SCHEMECOLOR_INDEX" val="1"/>
  <p:tag name="KSO_WM_UNIT_TEXT_FILL_TYPE" val="1"/>
  <p:tag name="KSO_WM_UNIT_USESOURCEFORMAT_APPLY" val="1"/>
</p:tagLst>
</file>

<file path=ppt/tags/tag144.xml><?xml version="1.0" encoding="utf-8"?>
<p:tagLst xmlns:p="http://schemas.openxmlformats.org/presentationml/2006/main">
  <p:tag name="KSO_WM_UNIT_TEXT_FILL_FORE_SCHEMECOLOR_INDEX_BRIGHTNESS" val="0.15"/>
  <p:tag name="KSO_WM_DIAGRAM_MAX_ITEMCNT" val="5"/>
  <p:tag name="KSO_WM_DIAGRAM_MIN_ITEMCNT" val="2"/>
  <p:tag name="KSO_WM_DIAGRAM_VIRTUALLY_FRAME" val="{&quot;height&quot;:319.8249969482422,&quot;left&quot;:36.82503937007873,&quot;top&quot;:147.07500305175782,&quot;width&quot;:402.4749606299212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7920_3*l_h_i*1_1_1"/>
  <p:tag name="KSO_WM_TEMPLATE_CATEGORY" val="diagram"/>
  <p:tag name="KSO_WM_TEMPLATE_INDEX" val="20237920"/>
  <p:tag name="KSO_WM_UNIT_LAYERLEVEL" val="1_1_1"/>
  <p:tag name="KSO_WM_TAG_VERSION" val="3.0"/>
  <p:tag name="KSO_WM_BEAUTIFY_FLAG" val="#wm#"/>
  <p:tag name="KSO_WM_UNIT_PRESET_TEXT" val="01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SHADOW_SCHEMECOLOR_INDEX" val="5"/>
  <p:tag name="KSO_WM_UNIT_USESOURCEFORMAT_APPLY" val="1"/>
</p:tagLst>
</file>

<file path=ppt/tags/tag145.xml><?xml version="1.0" encoding="utf-8"?>
<p:tagLst xmlns:p="http://schemas.openxmlformats.org/presentationml/2006/main">
  <p:tag name="KSO_WM_UNIT_TEXT_FILL_FORE_SCHEMECOLOR_INDEX_BRIGHTNESS" val="0.15"/>
  <p:tag name="KSO_WM_DIAGRAM_MAX_ITEMCNT" val="5"/>
  <p:tag name="KSO_WM_DIAGRAM_MIN_ITEMCNT" val="2"/>
  <p:tag name="KSO_WM_DIAGRAM_VIRTUALLY_FRAME" val="{&quot;height&quot;:319.8249969482422,&quot;left&quot;:36.82503937007873,&quot;top&quot;:147.07500305175782,&quot;width&quot;:402.4749606299212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3_1"/>
  <p:tag name="KSO_WM_UNIT_ID" val="diagram20237920_3*l_h_i*1_3_1"/>
  <p:tag name="KSO_WM_TEMPLATE_CATEGORY" val="diagram"/>
  <p:tag name="KSO_WM_TEMPLATE_INDEX" val="20237920"/>
  <p:tag name="KSO_WM_UNIT_LAYERLEVEL" val="1_1_1"/>
  <p:tag name="KSO_WM_TAG_VERSION" val="3.0"/>
  <p:tag name="KSO_WM_BEAUTIFY_FLAG" val="#wm#"/>
  <p:tag name="KSO_WM_UNIT_PRESET_TEXT" val="03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SHADOW_SCHEMECOLOR_INDEX" val="5"/>
  <p:tag name="KSO_WM_UNIT_USESOURCEFORMAT_APPLY" val="1"/>
</p:tagLst>
</file>

<file path=ppt/tags/tag146.xml><?xml version="1.0" encoding="utf-8"?>
<p:tagLst xmlns:p="http://schemas.openxmlformats.org/presentationml/2006/main">
  <p:tag name="KSO_WM_DIAGRAM_MAX_ITEMCNT" val="5"/>
  <p:tag name="KSO_WM_DIAGRAM_MIN_ITEMCNT" val="2"/>
  <p:tag name="KSO_WM_DIAGRAM_VIRTUALLY_FRAME" val="{&quot;height&quot;:319.8249969482422,&quot;left&quot;:36.82503937007873,&quot;top&quot;:147.07500305175782,&quot;width&quot;:402.4749606299212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7920_3*l_h_f*1_3_1"/>
  <p:tag name="KSO_WM_TEMPLATE_CATEGORY" val="diagram"/>
  <p:tag name="KSO_WM_TEMPLATE_INDEX" val="20237920"/>
  <p:tag name="KSO_WM_UNIT_LAYERLEVEL" val="1_1_1"/>
  <p:tag name="KSO_WM_TAG_VERSION" val="3.0"/>
  <p:tag name="KSO_WM_BEAUTIFY_FLAG" val="#wm#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147.xml><?xml version="1.0" encoding="utf-8"?>
<p:tagLst xmlns:p="http://schemas.openxmlformats.org/presentationml/2006/main">
  <p:tag name="KSO_WM_DIAGRAM_MAX_ITEMCNT" val="5"/>
  <p:tag name="KSO_WM_DIAGRAM_MIN_ITEMCNT" val="2"/>
  <p:tag name="KSO_WM_DIAGRAM_VIRTUALLY_FRAME" val="{&quot;height&quot;:319.8249969482422,&quot;left&quot;:36.82503937007873,&quot;top&quot;:147.07500305175782,&quot;width&quot;:402.4749606299212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3_1"/>
  <p:tag name="KSO_WM_UNIT_ID" val="diagram20237920_3*l_h_a*1_3_1"/>
  <p:tag name="KSO_WM_TEMPLATE_CATEGORY" val="diagram"/>
  <p:tag name="KSO_WM_TEMPLATE_INDEX" val="20237920"/>
  <p:tag name="KSO_WM_UNIT_LAYERLEVEL" val="1_1_1"/>
  <p:tag name="KSO_WM_TAG_VERSION" val="3.0"/>
  <p:tag name="KSO_WM_BEAUTIFY_FLAG" val="#wm#"/>
  <p:tag name="KSO_WM_UNIT_PRESET_TEXT" val="Your title here"/>
  <p:tag name="KSO_WM_UNIT_TEXT_FILL_FORE_SCHEMECOLOR_INDEX" val="1"/>
  <p:tag name="KSO_WM_UNIT_TEXT_FILL_TYPE" val="1"/>
  <p:tag name="KSO_WM_UNIT_USESOURCEFORMAT_APPLY" val="1"/>
</p:tagLst>
</file>

<file path=ppt/tags/tag148.xml><?xml version="1.0" encoding="utf-8"?>
<p:tagLst xmlns:p="http://schemas.openxmlformats.org/presentationml/2006/main">
  <p:tag name="KSO_WM_UNIT_TEXT_FILL_FORE_SCHEMECOLOR_INDEX_BRIGHTNESS" val="0.15"/>
  <p:tag name="KSO_WM_DIAGRAM_MAX_ITEMCNT" val="5"/>
  <p:tag name="KSO_WM_DIAGRAM_MIN_ITEMCNT" val="2"/>
  <p:tag name="KSO_WM_DIAGRAM_VIRTUALLY_FRAME" val="{&quot;height&quot;:319.8249969482422,&quot;left&quot;:36.82503937007873,&quot;top&quot;:147.07500305175782,&quot;width&quot;:402.4749606299212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diagram20237920_3*l_h_i*1_2_1"/>
  <p:tag name="KSO_WM_TEMPLATE_CATEGORY" val="diagram"/>
  <p:tag name="KSO_WM_TEMPLATE_INDEX" val="20237920"/>
  <p:tag name="KSO_WM_UNIT_LAYERLEVEL" val="1_1_1"/>
  <p:tag name="KSO_WM_TAG_VERSION" val="3.0"/>
  <p:tag name="KSO_WM_BEAUTIFY_FLAG" val="#wm#"/>
  <p:tag name="KSO_WM_UNIT_PRESET_TEXT" val="02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SHADOW_SCHEMECOLOR_INDEX" val="5"/>
  <p:tag name="KSO_WM_UNIT_USESOURCEFORMAT_APPLY" val="1"/>
</p:tagLst>
</file>

<file path=ppt/tags/tag149.xml><?xml version="1.0" encoding="utf-8"?>
<p:tagLst xmlns:p="http://schemas.openxmlformats.org/presentationml/2006/main">
  <p:tag name="KSO_WM_DIAGRAM_MAX_ITEMCNT" val="5"/>
  <p:tag name="KSO_WM_DIAGRAM_MIN_ITEMCNT" val="2"/>
  <p:tag name="KSO_WM_DIAGRAM_VIRTUALLY_FRAME" val="{&quot;height&quot;:319.8249969482422,&quot;left&quot;:36.82503937007873,&quot;top&quot;:147.07500305175782,&quot;width&quot;:402.4749606299212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7920_3*l_h_f*1_2_1"/>
  <p:tag name="KSO_WM_TEMPLATE_CATEGORY" val="diagram"/>
  <p:tag name="KSO_WM_TEMPLATE_INDEX" val="20237920"/>
  <p:tag name="KSO_WM_UNIT_LAYERLEVEL" val="1_1_1"/>
  <p:tag name="KSO_WM_TAG_VERSION" val="3.0"/>
  <p:tag name="KSO_WM_BEAUTIFY_FLAG" val="#wm#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150.xml><?xml version="1.0" encoding="utf-8"?>
<p:tagLst xmlns:p="http://schemas.openxmlformats.org/presentationml/2006/main">
  <p:tag name="KSO_WM_DIAGRAM_MAX_ITEMCNT" val="5"/>
  <p:tag name="KSO_WM_DIAGRAM_MIN_ITEMCNT" val="2"/>
  <p:tag name="KSO_WM_DIAGRAM_VIRTUALLY_FRAME" val="{&quot;height&quot;:319.8249969482422,&quot;left&quot;:36.82503937007873,&quot;top&quot;:147.07500305175782,&quot;width&quot;:402.4749606299212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7920_3*l_h_a*1_2_1"/>
  <p:tag name="KSO_WM_TEMPLATE_CATEGORY" val="diagram"/>
  <p:tag name="KSO_WM_TEMPLATE_INDEX" val="20237920"/>
  <p:tag name="KSO_WM_UNIT_LAYERLEVEL" val="1_1_1"/>
  <p:tag name="KSO_WM_TAG_VERSION" val="3.0"/>
  <p:tag name="KSO_WM_BEAUTIFY_FLAG" val="#wm#"/>
  <p:tag name="KSO_WM_UNIT_PRESET_TEXT" val="Your title here"/>
  <p:tag name="KSO_WM_UNIT_TEXT_FILL_FORE_SCHEMECOLOR_INDEX" val="1"/>
  <p:tag name="KSO_WM_UNIT_TEXT_FILL_TYPE" val="1"/>
  <p:tag name="KSO_WM_UNIT_USESOURCEFORMAT_APPLY" val="1"/>
</p:tagLst>
</file>

<file path=ppt/tags/tag151.xml><?xml version="1.0" encoding="utf-8"?>
<p:tagLst xmlns:p="http://schemas.openxmlformats.org/presentationml/2006/main">
  <p:tag name="KSO_WM_TEMPLATE_MASTER_TYPE" val="0"/>
  <p:tag name="KSO_WM_TEMPLATE_COLOR_TYPE" val="0"/>
  <p:tag name="KSO_WM_BEAUTIFY_FLAG" val="#wm#"/>
  <p:tag name="KSO_WM_TEMPLATE_CATEGORY" val="custom"/>
  <p:tag name="KSO_WM_SLIDE_TYPE" val="text"/>
  <p:tag name="KSO_WM_SLIDE_SUBTYPE" val="picTxt"/>
  <p:tag name="KSO_WM_SLIDE_SIZE" val="362.75*317.05"/>
  <p:tag name="KSO_WM_SLIDE_POSITION" val="52.7*161.5"/>
  <p:tag name="KSO_WM_SLIDE_LAYOUT" val="a_d_l"/>
  <p:tag name="KSO_WM_SLIDE_LAYOUT_CNT" val="1_1_1"/>
  <p:tag name="KSO_WM_SPECIAL_SOURCE" val="bdnull"/>
  <p:tag name="KSO_WM_DIAGRAM_GROUP_CODE" val="l1-1"/>
  <p:tag name="KSO_WM_SLIDE_DIAGTYPE" val="l"/>
  <p:tag name="KSO_WM_TEMPLATE_INDEX" val="20238264"/>
  <p:tag name="KSO_WM_TEMPLATE_SUBCATEGORY" val="0"/>
  <p:tag name="KSO_WM_SLIDE_INDEX" val="1"/>
  <p:tag name="KSO_WM_TAG_VERSION" val="3.0"/>
  <p:tag name="KSO_WM_SLIDE_ID" val="custom20238264_1"/>
  <p:tag name="KSO_WM_SLIDE_ITEM_CNT" val="3"/>
</p:tagLst>
</file>

<file path=ppt/tags/tag15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TEMPLATE_INDEX" val="20238255"/>
  <p:tag name="KSO_WM_UNIT_ID" val="custom20238255_1*a*1"/>
  <p:tag name="KSO_WM_UNIT_TEXT_FILL_FORE_SCHEMECOLOR_INDEX" val="13"/>
  <p:tag name="KSO_WM_UNIT_TEXT_FILL_TYPE" val="1"/>
  <p:tag name="KSO_WM_UNIT_USESOURCEFORMAT_APPLY" val="1"/>
  <p:tag name="KSO_WM_UNIT_PRESET_TEXT" val="Your title here"/>
</p:tagLst>
</file>

<file path=ppt/tags/tag153.xml><?xml version="1.0" encoding="utf-8"?>
<p:tagLst xmlns:p="http://schemas.openxmlformats.org/presentationml/2006/main">
  <p:tag name="KSO_WM_UNIT_VALUE" val="1904*1309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1"/>
  <p:tag name="KSO_WM_UNIT_ID" val="custom20238255_1*d*1"/>
  <p:tag name="KSO_WM_TEMPLATE_CATEGORY" val="custom"/>
  <p:tag name="KSO_WM_TEMPLATE_INDEX" val="20238255"/>
  <p:tag name="KSO_WM_UNIT_LAYERLEVEL" val="1"/>
  <p:tag name="KSO_WM_TAG_VERSION" val="3.0"/>
  <p:tag name="KSO_WM_BEAUTIFY_FLAG" val="#wm#"/>
  <p:tag name="KSO_WM_DIAGRAM_GROUP_CODE" val="l1-1"/>
  <p:tag name="KSO_WM_UNIT_LINE_FORE_SCHEMECOLOR_INDEX" val="13"/>
  <p:tag name="KSO_WM_UNIT_LINE_FILL_TYPE" val="2"/>
  <p:tag name="KSO_WM_UNIT_USESOURCEFORMAT_APPLY" val="1"/>
</p:tagLst>
</file>

<file path=ppt/tags/tag154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318.6980285644531,&quot;left&quot;:54.40503937007874,&quot;top&quot;:149.0762219382459,&quot;width&quot;:472.1951181102367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7926_3*l_h_f*1_1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155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318.6980285644531,&quot;left&quot;:54.40503937007874,&quot;top&quot;:149.0762219382459,&quot;width&quot;:472.1951181102367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7926_3*l_h_a*1_1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UNIT_USESOURCEFORMAT_APPLY" val="1"/>
</p:tagLst>
</file>

<file path=ppt/tags/tag156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318.6980285644531,&quot;left&quot;:54.40503937007874,&quot;top&quot;:149.0762219382459,&quot;width&quot;:472.1951181102367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7926_3*l_h_i*1_1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01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1"/>
</p:tagLst>
</file>

<file path=ppt/tags/tag157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318.6980285644531,&quot;left&quot;:54.40503937007874,&quot;top&quot;:149.0762219382459,&quot;width&quot;:472.1951181102367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7926_3*l_h_f*1_2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158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318.6980285644531,&quot;left&quot;:54.40503937007874,&quot;top&quot;:149.0762219382459,&quot;width&quot;:472.1951181102367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7926_3*l_h_a*1_2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UNIT_USESOURCEFORMAT_APPLY" val="1"/>
</p:tagLst>
</file>

<file path=ppt/tags/tag159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318.6980285644531,&quot;left&quot;:54.40503937007874,&quot;top&quot;:149.0762219382459,&quot;width&quot;:472.1951181102367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diagram20237926_3*l_h_i*1_2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02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1"/>
</p:tagLst>
</file>

<file path=ppt/tags/tag160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318.6980285644531,&quot;left&quot;:54.40503937007874,&quot;top&quot;:149.0762219382459,&quot;width&quot;:472.1951181102367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7926_3*l_h_f*1_3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161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318.6980285644531,&quot;left&quot;:54.40503937007874,&quot;top&quot;:149.0762219382459,&quot;width&quot;:472.1951181102367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3_1"/>
  <p:tag name="KSO_WM_UNIT_ID" val="diagram20237926_3*l_h_a*1_3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UNIT_USESOURCEFORMAT_APPLY" val="1"/>
</p:tagLst>
</file>

<file path=ppt/tags/tag162.xml><?xml version="1.0" encoding="utf-8"?>
<p:tagLst xmlns:p="http://schemas.openxmlformats.org/presentationml/2006/main">
  <p:tag name="KSO_WM_UNIT_TEXT_FILL_FORE_SCHEMECOLOR_INDEX_BRIGHTNESS" val="0.15"/>
  <p:tag name="KSO_WM_DIAGRAM_MAX_ITEMCNT" val="4"/>
  <p:tag name="KSO_WM_DIAGRAM_MIN_ITEMCNT" val="2"/>
  <p:tag name="KSO_WM_DIAGRAM_VIRTUALLY_FRAME" val="{&quot;height&quot;:318.6980285644531,&quot;left&quot;:54.40503937007874,&quot;top&quot;:149.0762219382459,&quot;width&quot;:472.1951181102367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3_1"/>
  <p:tag name="KSO_WM_UNIT_ID" val="diagram20237926_3*l_h_i*1_3_1"/>
  <p:tag name="KSO_WM_TEMPLATE_CATEGORY" val="diagram"/>
  <p:tag name="KSO_WM_TEMPLATE_INDEX" val="20237926"/>
  <p:tag name="KSO_WM_UNIT_LAYERLEVEL" val="1_1_1"/>
  <p:tag name="KSO_WM_TAG_VERSION" val="3.0"/>
  <p:tag name="KSO_WM_BEAUTIFY_FLAG" val="#wm#"/>
  <p:tag name="KSO_WM_UNIT_PRESET_TEXT" val="03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1"/>
</p:tagLst>
</file>

<file path=ppt/tags/tag163.xml><?xml version="1.0" encoding="utf-8"?>
<p:tagLst xmlns:p="http://schemas.openxmlformats.org/presentationml/2006/main">
  <p:tag name="KSO_WM_TEMPLATE_MASTER_TYPE" val="0"/>
  <p:tag name="KSO_WM_TEMPLATE_COLOR_TYPE" val="0"/>
  <p:tag name="KSO_WM_BEAUTIFY_FLAG" val="#wm#"/>
  <p:tag name="KSO_WM_TEMPLATE_CATEGORY" val="custom"/>
  <p:tag name="KSO_WM_SLIDE_TYPE" val="text"/>
  <p:tag name="KSO_WM_SLIDE_SUBTYPE" val="picTxt"/>
  <p:tag name="KSO_WM_SLIDE_SIZE" val="413.271*363.279"/>
  <p:tag name="KSO_WM_SLIDE_POSITION" val="54.7646*136.56"/>
  <p:tag name="KSO_WM_SLIDE_LAYOUT" val="a_d_l"/>
  <p:tag name="KSO_WM_SLIDE_LAYOUT_CNT" val="1_1_1"/>
  <p:tag name="KSO_WM_SPECIAL_SOURCE" val="bdnull"/>
  <p:tag name="KSO_WM_DIAGRAM_GROUP_CODE" val="l1-1"/>
  <p:tag name="KSO_WM_SLIDE_DIAGTYPE" val="l"/>
  <p:tag name="KSO_WM_TEMPLATE_INDEX" val="20238255"/>
  <p:tag name="KSO_WM_TEMPLATE_SUBCATEGORY" val="0"/>
  <p:tag name="KSO_WM_SLIDE_INDEX" val="1"/>
  <p:tag name="KSO_WM_TAG_VERSION" val="3.0"/>
  <p:tag name="KSO_WM_SLIDE_ID" val="custom20238255_1"/>
  <p:tag name="KSO_WM_SLIDE_ITEM_CNT" val="3"/>
</p:tagLst>
</file>

<file path=ppt/tags/tag164.xml><?xml version="1.0" encoding="utf-8"?>
<p:tagLst xmlns:p="http://schemas.openxmlformats.org/presentationml/2006/main">
  <p:tag name="KSO_WM_UNIT_SUBTYPE" val="b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f"/>
  <p:tag name="KSO_WM_UNIT_INDEX" val="1"/>
  <p:tag name="KSO_WM_UNIT_ID" val="custom20233430_1*f*1"/>
  <p:tag name="KSO_WM_TEMPLATE_CATEGORY" val="custom"/>
  <p:tag name="KSO_WM_TEMPLATE_INDEX" val="20233430"/>
  <p:tag name="KSO_WM_UNIT_LAYERLEVEL" val="1"/>
  <p:tag name="KSO_WM_TAG_VERSION" val="3.0"/>
  <p:tag name="KSO_WM_BEAUTIFY_FLAG" val="#wm#"/>
  <p:tag name="KSO_WM_UNIT_PRESET_TEXT" val="Name"/>
</p:tagLst>
</file>

<file path=ppt/tags/tag16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b"/>
  <p:tag name="KSO_WM_UNIT_INDEX" val="1"/>
  <p:tag name="KSO_WM_UNIT_ID" val="custom20233430_1*b*1"/>
  <p:tag name="KSO_WM_TEMPLATE_CATEGORY" val="custom"/>
  <p:tag name="KSO_WM_TEMPLATE_INDEX" val="20233430"/>
  <p:tag name="KSO_WM_UNIT_LAYERLEVEL" val="1"/>
  <p:tag name="KSO_WM_TAG_VERSION" val="3.0"/>
  <p:tag name="KSO_WM_BEAUTIFY_FLAG" val="#wm#"/>
  <p:tag name="KSO_WM_UNIT_PRESET_TEXT" val="Click to add subtitle"/>
</p:tagLst>
</file>

<file path=ppt/tags/tag16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custom20233430_1*a*1"/>
  <p:tag name="KSO_WM_TEMPLATE_CATEGORY" val="custom"/>
  <p:tag name="KSO_WM_TEMPLATE_INDEX" val="20233430"/>
  <p:tag name="KSO_WM_UNIT_LAYERLEVEL" val="1"/>
  <p:tag name="KSO_WM_TAG_VERSION" val="3.0"/>
  <p:tag name="KSO_WM_BEAUTIFY_FLAG" val="#wm#"/>
  <p:tag name="KSO_WM_UNIT_PRESET_TEXT" val="Your title here"/>
</p:tagLst>
</file>

<file path=ppt/tags/tag167.xml><?xml version="1.0" encoding="utf-8"?>
<p:tagLst xmlns:p="http://schemas.openxmlformats.org/presentationml/2006/main">
  <p:tag name="KSO_WM_TEMPLATE_THUMBS_INDEX" val="1、9"/>
  <p:tag name="KSO_WM_SLIDE_CONTENT_AREA" val="{&quot;left&quot;:&quot;81.45&quot;,&quot;top&quot;:&quot;106.8&quot;,&quot;width&quot;:&quot;739.1&quot;,&quot;height&quot;:&quot;290.25&quot;}"/>
  <p:tag name="KSO_WM_SPECIAL_SOURCE" val="bdnull"/>
  <p:tag name="KSO_WM_SLIDE_ID" val="custom20233430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30"/>
  <p:tag name="KSO_WM_SLIDE_LAYOUT" val="a_b_f"/>
  <p:tag name="KSO_WM_SLIDE_LAYOUT_CNT" val="1_1_1"/>
</p:tagLst>
</file>

<file path=ppt/tags/tag168.xml><?xml version="1.0" encoding="utf-8"?>
<p:tagLst xmlns:p="http://schemas.openxmlformats.org/presentationml/2006/main">
  <p:tag name="KSO_WM_PRESENTATION_SOURCE" val="WPPAIGeneratePP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自定义 86">
      <a:dk1>
        <a:srgbClr val="000000"/>
      </a:dk1>
      <a:lt1>
        <a:srgbClr val="FFFFFF"/>
      </a:lt1>
      <a:dk2>
        <a:srgbClr val="003E29"/>
      </a:dk2>
      <a:lt2>
        <a:srgbClr val="E6E6E6"/>
      </a:lt2>
      <a:accent1>
        <a:srgbClr val="1FFFB5"/>
      </a:accent1>
      <a:accent2>
        <a:srgbClr val="2EE8C3"/>
      </a:accent2>
      <a:accent3>
        <a:srgbClr val="3DD2D1"/>
      </a:accent3>
      <a:accent4>
        <a:srgbClr val="4BBBE0"/>
      </a:accent4>
      <a:accent5>
        <a:srgbClr val="5AA5EE"/>
      </a:accent5>
      <a:accent6>
        <a:srgbClr val="698EFC"/>
      </a:accent6>
      <a:hlink>
        <a:srgbClr val="4472C4"/>
      </a:hlink>
      <a:folHlink>
        <a:srgbClr val="EEEEEE"/>
      </a:folHlink>
    </a:clrScheme>
    <a:fontScheme name="字体-简约">
      <a:majorFont>
        <a:latin typeface="Manrope ExtraBold"/>
        <a:ea typeface="Manrope ExtraBold"/>
        <a:cs typeface=""/>
      </a:majorFont>
      <a:minorFont>
        <a:latin typeface="Lato"/>
        <a:ea typeface="Lat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rgbClr val="DCD6CA"/>
          </a:solidFill>
          <a:prstDash val="soli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1299</Words>
  <Application>WPS Presentation</Application>
  <PresentationFormat>宽屏</PresentationFormat>
  <Paragraphs>85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6</vt:i4>
      </vt:variant>
    </vt:vector>
  </HeadingPairs>
  <TitlesOfParts>
    <vt:vector size="19" baseType="lpstr">
      <vt:lpstr>Arial</vt:lpstr>
      <vt:lpstr>SimSun</vt:lpstr>
      <vt:lpstr>Wingdings</vt:lpstr>
      <vt:lpstr>Calibri Light</vt:lpstr>
      <vt:lpstr>Arial Unicode MS</vt:lpstr>
      <vt:lpstr>Microsoft YaHei</vt:lpstr>
      <vt:lpstr>Calibri</vt:lpstr>
      <vt:lpstr>Wingdings</vt:lpstr>
      <vt:lpstr>Lato</vt:lpstr>
      <vt:lpstr>Segoe Print</vt:lpstr>
      <vt:lpstr>Manrope ExtraBold</vt:lpstr>
      <vt:lpstr>Office Theme</vt:lpstr>
      <vt:lpstr>1_Office Theme</vt:lpstr>
      <vt:lpstr>Your title here</vt:lpstr>
      <vt:lpstr>Об игре</vt:lpstr>
      <vt:lpstr>Your title here</vt:lpstr>
      <vt:lpstr>Your title here</vt:lpstr>
      <vt:lpstr>Your title here</vt:lpstr>
      <vt:lpstr>CUBE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Кирилл Зайцев</cp:lastModifiedBy>
  <cp:revision>4</cp:revision>
  <dcterms:created xsi:type="dcterms:W3CDTF">2025-07-23T00:59:00Z</dcterms:created>
  <dcterms:modified xsi:type="dcterms:W3CDTF">2026-04-23T17:52:29Z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1049-12.2.0.23196</vt:lpwstr>
  </property>
  <property fmtid="{D5CDD505-2E9C-101B-9397-08002B2CF9AE}" pid="3" name="ICV">
    <vt:lpwstr>ADF10FF662EF4AC88481881FD153AF99_11</vt:lpwstr>
  </property>
</Properties>
</file>