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notesSlides/notesSlide1.xml" ContentType="application/vnd.openxmlformats-officedocument.presentationml.notesSlide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notesSlides/notesSlide2.xml" ContentType="application/vnd.openxmlformats-officedocument.presentationml.notesSlide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</p:sldMasterIdLst>
  <p:notesMasterIdLst>
    <p:notesMasterId r:id="rId9"/>
  </p:notesMasterIdLst>
  <p:handoutMasterIdLst>
    <p:handoutMasterId r:id="rId10"/>
  </p:handoutMasterIdLst>
  <p:sldIdLst>
    <p:sldId id="257" r:id="rId3"/>
    <p:sldId id="261" r:id="rId4"/>
    <p:sldId id="265" r:id="rId5"/>
    <p:sldId id="271" r:id="rId6"/>
    <p:sldId id="267" r:id="rId7"/>
    <p:sldId id="259" r:id="rId8"/>
  </p:sldIdLst>
  <p:sldSz cx="12192000" cy="6858000"/>
  <p:notesSz cx="7104063" cy="10234613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1" userDrawn="1">
          <p15:clr>
            <a:srgbClr val="A4A3A4"/>
          </p15:clr>
        </p15:guide>
        <p15:guide id="2" pos="38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588" y="114"/>
      </p:cViewPr>
      <p:guideLst>
        <p:guide orient="horz" pos="2121"/>
        <p:guide pos="387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9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6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0" Type="http://schemas.openxmlformats.org/officeDocument/2006/relationships/tags" Target="../tags/tag46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53.xml"/><Relationship Id="rId9" Type="http://schemas.openxmlformats.org/officeDocument/2006/relationships/tags" Target="../tags/tag58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tags" Target="../tags/tag69.xml"/><Relationship Id="rId5" Type="http://schemas.openxmlformats.org/officeDocument/2006/relationships/tags" Target="../tags/tag63.xml"/><Relationship Id="rId10" Type="http://schemas.openxmlformats.org/officeDocument/2006/relationships/tags" Target="../tags/tag68.xml"/><Relationship Id="rId4" Type="http://schemas.openxmlformats.org/officeDocument/2006/relationships/tags" Target="../tags/tag62.xml"/><Relationship Id="rId9" Type="http://schemas.openxmlformats.org/officeDocument/2006/relationships/tags" Target="../tags/tag67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9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05.xml"/><Relationship Id="rId13" Type="http://schemas.openxmlformats.org/officeDocument/2006/relationships/tags" Target="../tags/tag110.xml"/><Relationship Id="rId3" Type="http://schemas.openxmlformats.org/officeDocument/2006/relationships/tags" Target="../tags/tag100.xml"/><Relationship Id="rId7" Type="http://schemas.openxmlformats.org/officeDocument/2006/relationships/tags" Target="../tags/tag104.xml"/><Relationship Id="rId12" Type="http://schemas.openxmlformats.org/officeDocument/2006/relationships/tags" Target="../tags/tag109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1" Type="http://schemas.openxmlformats.org/officeDocument/2006/relationships/tags" Target="../tags/tag108.xml"/><Relationship Id="rId5" Type="http://schemas.openxmlformats.org/officeDocument/2006/relationships/tags" Target="../tags/tag102.xml"/><Relationship Id="rId10" Type="http://schemas.openxmlformats.org/officeDocument/2006/relationships/tags" Target="../tags/tag107.xml"/><Relationship Id="rId4" Type="http://schemas.openxmlformats.org/officeDocument/2006/relationships/tags" Target="../tags/tag101.xml"/><Relationship Id="rId9" Type="http://schemas.openxmlformats.org/officeDocument/2006/relationships/tags" Target="../tags/tag106.xml"/><Relationship Id="rId14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: 空心 11"/>
          <p:cNvSpPr/>
          <p:nvPr>
            <p:custDataLst>
              <p:tags r:id="rId1"/>
            </p:custDataLst>
          </p:nvPr>
        </p:nvSpPr>
        <p:spPr>
          <a:xfrm>
            <a:off x="1423035" y="1768475"/>
            <a:ext cx="915035" cy="915035"/>
          </a:xfrm>
          <a:prstGeom prst="donut">
            <a:avLst>
              <a:gd name="adj" fmla="val 7946"/>
            </a:avLst>
          </a:prstGeom>
          <a:gradFill flip="none" rotWithShape="1">
            <a:gsLst>
              <a:gs pos="0">
                <a:schemeClr val="accent1"/>
              </a:gs>
              <a:gs pos="52000">
                <a:schemeClr val="accent1">
                  <a:alpha val="0"/>
                </a:schemeClr>
              </a:gs>
            </a:gsLst>
            <a:lin ang="4200000" scaled="0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圆: 空心 12"/>
          <p:cNvSpPr/>
          <p:nvPr>
            <p:custDataLst>
              <p:tags r:id="rId2"/>
            </p:custDataLst>
          </p:nvPr>
        </p:nvSpPr>
        <p:spPr>
          <a:xfrm>
            <a:off x="1395095" y="1731645"/>
            <a:ext cx="959485" cy="959485"/>
          </a:xfrm>
          <a:prstGeom prst="donut">
            <a:avLst>
              <a:gd name="adj" fmla="val 14539"/>
            </a:avLst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圆: 空心 10"/>
          <p:cNvSpPr/>
          <p:nvPr>
            <p:custDataLst>
              <p:tags r:id="rId3"/>
            </p:custDataLst>
          </p:nvPr>
        </p:nvSpPr>
        <p:spPr>
          <a:xfrm>
            <a:off x="1033780" y="1355725"/>
            <a:ext cx="1645285" cy="1645285"/>
          </a:xfrm>
          <a:prstGeom prst="donut">
            <a:avLst>
              <a:gd name="adj" fmla="val 18117"/>
            </a:avLst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9" name="直接连接符 28"/>
          <p:cNvCxnSpPr/>
          <p:nvPr>
            <p:custDataLst>
              <p:tags r:id="rId4"/>
            </p:custDataLst>
          </p:nvPr>
        </p:nvCxnSpPr>
        <p:spPr>
          <a:xfrm>
            <a:off x="1572671" y="4289743"/>
            <a:ext cx="0" cy="67564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任意多边形 12"/>
          <p:cNvSpPr/>
          <p:nvPr>
            <p:custDataLst>
              <p:tags r:id="rId5"/>
            </p:custDataLst>
          </p:nvPr>
        </p:nvSpPr>
        <p:spPr>
          <a:xfrm rot="3180000">
            <a:off x="5642610" y="3151505"/>
            <a:ext cx="348615" cy="4824095"/>
          </a:xfrm>
          <a:custGeom>
            <a:avLst/>
            <a:gdLst>
              <a:gd name="connsiteX0" fmla="*/ 465 w 549"/>
              <a:gd name="connsiteY0" fmla="*/ 37 h 7846"/>
              <a:gd name="connsiteX1" fmla="*/ 496 w 549"/>
              <a:gd name="connsiteY1" fmla="*/ 0 h 7846"/>
              <a:gd name="connsiteX2" fmla="*/ 549 w 549"/>
              <a:gd name="connsiteY2" fmla="*/ 7116 h 7846"/>
              <a:gd name="connsiteX3" fmla="*/ 0 w 549"/>
              <a:gd name="connsiteY3" fmla="*/ 7846 h 7846"/>
              <a:gd name="connsiteX4" fmla="*/ 465 w 549"/>
              <a:gd name="connsiteY4" fmla="*/ 37 h 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9" h="7846">
                <a:moveTo>
                  <a:pt x="465" y="37"/>
                </a:moveTo>
                <a:lnTo>
                  <a:pt x="496" y="0"/>
                </a:lnTo>
                <a:lnTo>
                  <a:pt x="549" y="7116"/>
                </a:lnTo>
                <a:lnTo>
                  <a:pt x="0" y="7846"/>
                </a:lnTo>
                <a:lnTo>
                  <a:pt x="465" y="3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">
                <a:schemeClr val="accent1"/>
              </a:gs>
              <a:gs pos="3300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0"/>
          </a:gradFill>
          <a:ln>
            <a:noFill/>
            <a:prstDash val="solid"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任意多边形 11"/>
          <p:cNvSpPr/>
          <p:nvPr>
            <p:custDataLst>
              <p:tags r:id="rId6"/>
            </p:custDataLst>
          </p:nvPr>
        </p:nvSpPr>
        <p:spPr>
          <a:xfrm rot="15120000">
            <a:off x="5316220" y="-1681480"/>
            <a:ext cx="1153795" cy="13151486"/>
          </a:xfrm>
          <a:custGeom>
            <a:avLst/>
            <a:gdLst>
              <a:gd name="connsiteX0" fmla="*/ 20 w 215"/>
              <a:gd name="connsiteY0" fmla="*/ 90 h 20058"/>
              <a:gd name="connsiteX1" fmla="*/ 213 w 215"/>
              <a:gd name="connsiteY1" fmla="*/ 0 h 20058"/>
              <a:gd name="connsiteX2" fmla="*/ 63 w 215"/>
              <a:gd name="connsiteY2" fmla="*/ 20052 h 20058"/>
              <a:gd name="connsiteX3" fmla="*/ 0 w 215"/>
              <a:gd name="connsiteY3" fmla="*/ 20058 h 20058"/>
              <a:gd name="connsiteX4" fmla="*/ 20 w 215"/>
              <a:gd name="connsiteY4" fmla="*/ 90 h 20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" h="20058">
                <a:moveTo>
                  <a:pt x="20" y="90"/>
                </a:moveTo>
                <a:lnTo>
                  <a:pt x="213" y="0"/>
                </a:lnTo>
                <a:cubicBezTo>
                  <a:pt x="235" y="6035"/>
                  <a:pt x="95" y="19645"/>
                  <a:pt x="63" y="20052"/>
                </a:cubicBezTo>
                <a:lnTo>
                  <a:pt x="0" y="20058"/>
                </a:lnTo>
                <a:lnTo>
                  <a:pt x="20" y="9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40000"/>
                </a:schemeClr>
              </a:gs>
              <a:gs pos="18000">
                <a:schemeClr val="accent1">
                  <a:alpha val="20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  <a:prstDash val="solid"/>
          </a:ln>
          <a:effectLst>
            <a:softEdge rad="177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任意多边形 10"/>
          <p:cNvSpPr/>
          <p:nvPr>
            <p:custDataLst>
              <p:tags r:id="rId7"/>
            </p:custDataLst>
          </p:nvPr>
        </p:nvSpPr>
        <p:spPr>
          <a:xfrm rot="17400000">
            <a:off x="9496425" y="2840355"/>
            <a:ext cx="384810" cy="5471795"/>
          </a:xfrm>
          <a:custGeom>
            <a:avLst/>
            <a:gdLst>
              <a:gd name="connsiteX0" fmla="*/ 432 w 497"/>
              <a:gd name="connsiteY0" fmla="*/ 0 h 8455"/>
              <a:gd name="connsiteX1" fmla="*/ 489 w 497"/>
              <a:gd name="connsiteY1" fmla="*/ 42 h 8455"/>
              <a:gd name="connsiteX2" fmla="*/ 497 w 497"/>
              <a:gd name="connsiteY2" fmla="*/ 8291 h 8455"/>
              <a:gd name="connsiteX3" fmla="*/ 0 w 497"/>
              <a:gd name="connsiteY3" fmla="*/ 8455 h 8455"/>
              <a:gd name="connsiteX4" fmla="*/ 432 w 497"/>
              <a:gd name="connsiteY4" fmla="*/ 0 h 8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" h="8455">
                <a:moveTo>
                  <a:pt x="432" y="0"/>
                </a:moveTo>
                <a:lnTo>
                  <a:pt x="489" y="42"/>
                </a:lnTo>
                <a:lnTo>
                  <a:pt x="497" y="8291"/>
                </a:lnTo>
                <a:lnTo>
                  <a:pt x="0" y="8455"/>
                </a:lnTo>
                <a:lnTo>
                  <a:pt x="432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">
                <a:schemeClr val="accent1"/>
              </a:gs>
              <a:gs pos="3000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0"/>
          </a:gradFill>
          <a:ln>
            <a:noFill/>
            <a:prstDash val="solid"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 rot="15240000">
            <a:off x="6005830" y="-1488440"/>
            <a:ext cx="136525" cy="12736830"/>
          </a:xfrm>
          <a:custGeom>
            <a:avLst/>
            <a:gdLst>
              <a:gd name="connsiteX0" fmla="*/ 20 w 215"/>
              <a:gd name="connsiteY0" fmla="*/ 90 h 20058"/>
              <a:gd name="connsiteX1" fmla="*/ 213 w 215"/>
              <a:gd name="connsiteY1" fmla="*/ 0 h 20058"/>
              <a:gd name="connsiteX2" fmla="*/ 63 w 215"/>
              <a:gd name="connsiteY2" fmla="*/ 20052 h 20058"/>
              <a:gd name="connsiteX3" fmla="*/ 0 w 215"/>
              <a:gd name="connsiteY3" fmla="*/ 20058 h 20058"/>
              <a:gd name="connsiteX4" fmla="*/ 20 w 215"/>
              <a:gd name="connsiteY4" fmla="*/ 90 h 20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" h="20058">
                <a:moveTo>
                  <a:pt x="20" y="90"/>
                </a:moveTo>
                <a:lnTo>
                  <a:pt x="213" y="0"/>
                </a:lnTo>
                <a:cubicBezTo>
                  <a:pt x="235" y="6035"/>
                  <a:pt x="95" y="19645"/>
                  <a:pt x="63" y="20052"/>
                </a:cubicBezTo>
                <a:lnTo>
                  <a:pt x="0" y="20058"/>
                </a:lnTo>
                <a:lnTo>
                  <a:pt x="20" y="9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20000">
                <a:schemeClr val="accent1"/>
              </a:gs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  <a:prstDash val="solid"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9"/>
            </p:custDataLst>
          </p:nvPr>
        </p:nvSpPr>
        <p:spPr>
          <a:xfrm>
            <a:off x="1774190" y="4555490"/>
            <a:ext cx="8373110" cy="41719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5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n-lt"/>
              </a:defRPr>
            </a:lvl1pPr>
          </a:lstStyle>
          <a:p>
            <a:pPr lvl="0" algn="l">
              <a:lnSpc>
                <a:spcPct val="150000"/>
              </a:lnSpc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10"/>
            </p:custDataLst>
          </p:nvPr>
        </p:nvSpPr>
        <p:spPr>
          <a:xfrm>
            <a:off x="1473835" y="3334385"/>
            <a:ext cx="8673465" cy="939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800" b="0" i="0" u="none" strike="noStrike" kern="1200" cap="none" spc="0" normalizeH="0" baseline="0" noProof="1" dirty="0" err="1"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 algn="l">
              <a:lnSpc>
                <a:spcPct val="100000"/>
              </a:lnSpc>
            </a:pPr>
            <a:r>
              <a:rPr>
                <a:latin typeface="+mj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1"/>
            </p:custDataLst>
          </p:nvPr>
        </p:nvSpPr>
        <p:spPr>
          <a:xfrm>
            <a:off x="1473835" y="209550"/>
            <a:ext cx="9738995" cy="303466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800" b="0" i="0" u="none" strike="noStrike" kern="1200" cap="none" spc="0" normalizeH="0" baseline="0" noProof="1" dirty="0">
                <a:gradFill>
                  <a:gsLst>
                    <a:gs pos="14000">
                      <a:schemeClr val="accent1"/>
                    </a:gs>
                    <a:gs pos="92000">
                      <a:schemeClr val="accent1"/>
                    </a:gs>
                    <a:gs pos="54000">
                      <a:schemeClr val="tx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: 空心 3"/>
          <p:cNvSpPr/>
          <p:nvPr userDrawn="1">
            <p:custDataLst>
              <p:tags r:id="rId1"/>
            </p:custDataLst>
          </p:nvPr>
        </p:nvSpPr>
        <p:spPr>
          <a:xfrm>
            <a:off x="358140" y="361565"/>
            <a:ext cx="615950" cy="615950"/>
          </a:xfrm>
          <a:prstGeom prst="donut">
            <a:avLst>
              <a:gd name="adj" fmla="val 7946"/>
            </a:avLst>
          </a:prstGeom>
          <a:gradFill flip="none" rotWithShape="1">
            <a:gsLst>
              <a:gs pos="0">
                <a:schemeClr val="accent1"/>
              </a:gs>
              <a:gs pos="52000">
                <a:schemeClr val="accent1">
                  <a:alpha val="0"/>
                </a:schemeClr>
              </a:gs>
            </a:gsLst>
            <a:lin ang="4200000" scaled="0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圆: 空心 4"/>
          <p:cNvSpPr/>
          <p:nvPr userDrawn="1">
            <p:custDataLst>
              <p:tags r:id="rId2"/>
            </p:custDataLst>
          </p:nvPr>
        </p:nvSpPr>
        <p:spPr>
          <a:xfrm>
            <a:off x="339090" y="336800"/>
            <a:ext cx="645795" cy="645795"/>
          </a:xfrm>
          <a:prstGeom prst="donut">
            <a:avLst>
              <a:gd name="adj" fmla="val 14539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圆: 空心 5"/>
          <p:cNvSpPr/>
          <p:nvPr userDrawn="1">
            <p:custDataLst>
              <p:tags r:id="rId3"/>
            </p:custDataLst>
          </p:nvPr>
        </p:nvSpPr>
        <p:spPr>
          <a:xfrm>
            <a:off x="95885" y="83435"/>
            <a:ext cx="1107440" cy="1107440"/>
          </a:xfrm>
          <a:prstGeom prst="donut">
            <a:avLst>
              <a:gd name="adj" fmla="val 18117"/>
            </a:avLst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正文"/>
          <p:cNvSpPr txBox="1">
            <a:spLocks noGrp="1"/>
          </p:cNvSpPr>
          <p:nvPr>
            <p:ph idx="6" hasCustomPrompt="1"/>
            <p:custDataLst>
              <p:tags r:id="rId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en-US">
                <a:latin typeface="+mn-lt"/>
              </a:defRPr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5" hasCustomPrompt="1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14000">
                      <a:schemeClr val="accent1"/>
                    </a:gs>
                    <a:gs pos="92000">
                      <a:schemeClr val="accent1"/>
                    </a:gs>
                    <a:gs pos="54000">
                      <a:schemeClr val="tx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1"/>
            </p:custDataLst>
          </p:nvPr>
        </p:nvSpPr>
        <p:spPr>
          <a:xfrm>
            <a:off x="461645" y="5461000"/>
            <a:ext cx="7330440" cy="12604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8000" b="0" i="0" u="none" strike="noStrike" kern="1200" cap="none" spc="0" normalizeH="0" baseline="0" noProof="1" dirty="0">
                <a:gradFill>
                  <a:gsLst>
                    <a:gs pos="14000">
                      <a:schemeClr val="accent1"/>
                    </a:gs>
                    <a:gs pos="92000">
                      <a:schemeClr val="accent1"/>
                    </a:gs>
                    <a:gs pos="54000">
                      <a:schemeClr val="tx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: 空心 4"/>
          <p:cNvSpPr/>
          <p:nvPr>
            <p:custDataLst>
              <p:tags r:id="rId1"/>
            </p:custDataLst>
          </p:nvPr>
        </p:nvSpPr>
        <p:spPr>
          <a:xfrm>
            <a:off x="4152265" y="1443355"/>
            <a:ext cx="735330" cy="735330"/>
          </a:xfrm>
          <a:prstGeom prst="donut">
            <a:avLst>
              <a:gd name="adj" fmla="val 7946"/>
            </a:avLst>
          </a:prstGeom>
          <a:gradFill flip="none" rotWithShape="1">
            <a:gsLst>
              <a:gs pos="0">
                <a:schemeClr val="accent1"/>
              </a:gs>
              <a:gs pos="52000">
                <a:schemeClr val="accent1">
                  <a:alpha val="0"/>
                </a:schemeClr>
              </a:gs>
            </a:gsLst>
            <a:lin ang="4200000" scaled="0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圆: 空心 5"/>
          <p:cNvSpPr/>
          <p:nvPr>
            <p:custDataLst>
              <p:tags r:id="rId2"/>
            </p:custDataLst>
          </p:nvPr>
        </p:nvSpPr>
        <p:spPr>
          <a:xfrm>
            <a:off x="4129405" y="1414145"/>
            <a:ext cx="770890" cy="770890"/>
          </a:xfrm>
          <a:prstGeom prst="donut">
            <a:avLst>
              <a:gd name="adj" fmla="val 14539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圆: 空心 3"/>
          <p:cNvSpPr/>
          <p:nvPr>
            <p:custDataLst>
              <p:tags r:id="rId3"/>
            </p:custDataLst>
          </p:nvPr>
        </p:nvSpPr>
        <p:spPr>
          <a:xfrm>
            <a:off x="3839210" y="1111885"/>
            <a:ext cx="1322070" cy="1322070"/>
          </a:xfrm>
          <a:prstGeom prst="donut">
            <a:avLst>
              <a:gd name="adj" fmla="val 18117"/>
            </a:avLst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" name="直接连接符 13"/>
          <p:cNvCxnSpPr/>
          <p:nvPr>
            <p:custDataLst>
              <p:tags r:id="rId4"/>
            </p:custDataLst>
          </p:nvPr>
        </p:nvCxnSpPr>
        <p:spPr>
          <a:xfrm flipH="1">
            <a:off x="4491878" y="2207906"/>
            <a:ext cx="8312" cy="2358369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任意多边形 21"/>
          <p:cNvSpPr/>
          <p:nvPr>
            <p:custDataLst>
              <p:tags r:id="rId5"/>
            </p:custDataLst>
          </p:nvPr>
        </p:nvSpPr>
        <p:spPr>
          <a:xfrm rot="7500000" flipV="1">
            <a:off x="5943600" y="3218815"/>
            <a:ext cx="348615" cy="4824095"/>
          </a:xfrm>
          <a:custGeom>
            <a:avLst/>
            <a:gdLst>
              <a:gd name="connsiteX0" fmla="*/ 465 w 549"/>
              <a:gd name="connsiteY0" fmla="*/ 37 h 7846"/>
              <a:gd name="connsiteX1" fmla="*/ 496 w 549"/>
              <a:gd name="connsiteY1" fmla="*/ 0 h 7846"/>
              <a:gd name="connsiteX2" fmla="*/ 549 w 549"/>
              <a:gd name="connsiteY2" fmla="*/ 7116 h 7846"/>
              <a:gd name="connsiteX3" fmla="*/ 0 w 549"/>
              <a:gd name="connsiteY3" fmla="*/ 7846 h 7846"/>
              <a:gd name="connsiteX4" fmla="*/ 465 w 549"/>
              <a:gd name="connsiteY4" fmla="*/ 37 h 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9" h="7846">
                <a:moveTo>
                  <a:pt x="465" y="37"/>
                </a:moveTo>
                <a:lnTo>
                  <a:pt x="496" y="0"/>
                </a:lnTo>
                <a:lnTo>
                  <a:pt x="549" y="7116"/>
                </a:lnTo>
                <a:lnTo>
                  <a:pt x="0" y="7846"/>
                </a:lnTo>
                <a:lnTo>
                  <a:pt x="465" y="3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">
                <a:schemeClr val="accent1"/>
              </a:gs>
              <a:gs pos="3300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0"/>
          </a:gradFill>
          <a:ln>
            <a:noFill/>
            <a:prstDash val="solid"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任意多边形 22"/>
          <p:cNvSpPr/>
          <p:nvPr>
            <p:custDataLst>
              <p:tags r:id="rId6"/>
            </p:custDataLst>
          </p:nvPr>
        </p:nvSpPr>
        <p:spPr>
          <a:xfrm rot="6300000">
            <a:off x="5315585" y="-1616710"/>
            <a:ext cx="1153795" cy="13151486"/>
          </a:xfrm>
          <a:custGeom>
            <a:avLst/>
            <a:gdLst>
              <a:gd name="connsiteX0" fmla="*/ 20 w 215"/>
              <a:gd name="connsiteY0" fmla="*/ 90 h 20058"/>
              <a:gd name="connsiteX1" fmla="*/ 213 w 215"/>
              <a:gd name="connsiteY1" fmla="*/ 0 h 20058"/>
              <a:gd name="connsiteX2" fmla="*/ 63 w 215"/>
              <a:gd name="connsiteY2" fmla="*/ 20052 h 20058"/>
              <a:gd name="connsiteX3" fmla="*/ 0 w 215"/>
              <a:gd name="connsiteY3" fmla="*/ 20058 h 20058"/>
              <a:gd name="connsiteX4" fmla="*/ 20 w 215"/>
              <a:gd name="connsiteY4" fmla="*/ 90 h 20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" h="20058">
                <a:moveTo>
                  <a:pt x="20" y="90"/>
                </a:moveTo>
                <a:lnTo>
                  <a:pt x="213" y="0"/>
                </a:lnTo>
                <a:cubicBezTo>
                  <a:pt x="235" y="6035"/>
                  <a:pt x="95" y="19645"/>
                  <a:pt x="63" y="20052"/>
                </a:cubicBezTo>
                <a:lnTo>
                  <a:pt x="0" y="20058"/>
                </a:lnTo>
                <a:lnTo>
                  <a:pt x="20" y="9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40000"/>
                </a:schemeClr>
              </a:gs>
              <a:gs pos="18000">
                <a:schemeClr val="accent1">
                  <a:alpha val="20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  <a:prstDash val="solid"/>
          </a:ln>
          <a:effectLst>
            <a:softEdge rad="177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任意多边形 23"/>
          <p:cNvSpPr/>
          <p:nvPr>
            <p:custDataLst>
              <p:tags r:id="rId7"/>
            </p:custDataLst>
          </p:nvPr>
        </p:nvSpPr>
        <p:spPr>
          <a:xfrm rot="4080000" flipH="1">
            <a:off x="2178685" y="2969895"/>
            <a:ext cx="384810" cy="5331460"/>
          </a:xfrm>
          <a:custGeom>
            <a:avLst/>
            <a:gdLst>
              <a:gd name="connsiteX0" fmla="*/ 432 w 497"/>
              <a:gd name="connsiteY0" fmla="*/ 0 h 8455"/>
              <a:gd name="connsiteX1" fmla="*/ 489 w 497"/>
              <a:gd name="connsiteY1" fmla="*/ 42 h 8455"/>
              <a:gd name="connsiteX2" fmla="*/ 497 w 497"/>
              <a:gd name="connsiteY2" fmla="*/ 8291 h 8455"/>
              <a:gd name="connsiteX3" fmla="*/ 0 w 497"/>
              <a:gd name="connsiteY3" fmla="*/ 8455 h 8455"/>
              <a:gd name="connsiteX4" fmla="*/ 432 w 497"/>
              <a:gd name="connsiteY4" fmla="*/ 0 h 8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" h="8455">
                <a:moveTo>
                  <a:pt x="432" y="0"/>
                </a:moveTo>
                <a:lnTo>
                  <a:pt x="489" y="42"/>
                </a:lnTo>
                <a:lnTo>
                  <a:pt x="497" y="8291"/>
                </a:lnTo>
                <a:lnTo>
                  <a:pt x="0" y="8455"/>
                </a:lnTo>
                <a:lnTo>
                  <a:pt x="432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">
                <a:schemeClr val="accent1"/>
              </a:gs>
              <a:gs pos="3000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0"/>
          </a:gradFill>
          <a:ln>
            <a:noFill/>
            <a:prstDash val="solid"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25" name="任意多边形 24"/>
          <p:cNvSpPr/>
          <p:nvPr>
            <p:custDataLst>
              <p:tags r:id="rId8"/>
            </p:custDataLst>
          </p:nvPr>
        </p:nvSpPr>
        <p:spPr>
          <a:xfrm rot="6360000">
            <a:off x="5643245" y="-1477645"/>
            <a:ext cx="136525" cy="12736830"/>
          </a:xfrm>
          <a:custGeom>
            <a:avLst/>
            <a:gdLst>
              <a:gd name="connsiteX0" fmla="*/ 20 w 215"/>
              <a:gd name="connsiteY0" fmla="*/ 90 h 20058"/>
              <a:gd name="connsiteX1" fmla="*/ 213 w 215"/>
              <a:gd name="connsiteY1" fmla="*/ 0 h 20058"/>
              <a:gd name="connsiteX2" fmla="*/ 63 w 215"/>
              <a:gd name="connsiteY2" fmla="*/ 20052 h 20058"/>
              <a:gd name="connsiteX3" fmla="*/ 0 w 215"/>
              <a:gd name="connsiteY3" fmla="*/ 20058 h 20058"/>
              <a:gd name="connsiteX4" fmla="*/ 20 w 215"/>
              <a:gd name="connsiteY4" fmla="*/ 90 h 20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" h="20058">
                <a:moveTo>
                  <a:pt x="20" y="90"/>
                </a:moveTo>
                <a:lnTo>
                  <a:pt x="213" y="0"/>
                </a:lnTo>
                <a:cubicBezTo>
                  <a:pt x="235" y="6035"/>
                  <a:pt x="95" y="19645"/>
                  <a:pt x="63" y="20052"/>
                </a:cubicBezTo>
                <a:lnTo>
                  <a:pt x="0" y="20058"/>
                </a:lnTo>
                <a:lnTo>
                  <a:pt x="20" y="9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20000">
                <a:schemeClr val="accent1"/>
              </a:gs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  <a:prstDash val="solid"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9"/>
            </p:custDataLst>
          </p:nvPr>
        </p:nvSpPr>
        <p:spPr>
          <a:xfrm>
            <a:off x="4823624" y="1972572"/>
            <a:ext cx="5628640" cy="62269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4823460" y="2704465"/>
            <a:ext cx="6529705" cy="29997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gradFill flip="none" rotWithShape="1">
                  <a:gsLst>
                    <a:gs pos="14000">
                      <a:schemeClr val="accent1"/>
                    </a:gs>
                    <a:gs pos="92000">
                      <a:schemeClr val="accent1"/>
                    </a:gs>
                    <a:gs pos="54000">
                      <a:schemeClr val="tx1"/>
                    </a:gs>
                  </a:gsLst>
                  <a:lin ang="0" scaled="1"/>
                  <a:tileRect/>
                </a:gra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: 空心 3"/>
          <p:cNvSpPr/>
          <p:nvPr userDrawn="1">
            <p:custDataLst>
              <p:tags r:id="rId1"/>
            </p:custDataLst>
          </p:nvPr>
        </p:nvSpPr>
        <p:spPr>
          <a:xfrm>
            <a:off x="358140" y="361565"/>
            <a:ext cx="615950" cy="615950"/>
          </a:xfrm>
          <a:prstGeom prst="donut">
            <a:avLst>
              <a:gd name="adj" fmla="val 7946"/>
            </a:avLst>
          </a:prstGeom>
          <a:gradFill flip="none" rotWithShape="1">
            <a:gsLst>
              <a:gs pos="0">
                <a:schemeClr val="accent1"/>
              </a:gs>
              <a:gs pos="52000">
                <a:schemeClr val="accent1">
                  <a:alpha val="0"/>
                </a:schemeClr>
              </a:gs>
            </a:gsLst>
            <a:lin ang="4200000" scaled="0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圆: 空心 4"/>
          <p:cNvSpPr/>
          <p:nvPr userDrawn="1">
            <p:custDataLst>
              <p:tags r:id="rId2"/>
            </p:custDataLst>
          </p:nvPr>
        </p:nvSpPr>
        <p:spPr>
          <a:xfrm>
            <a:off x="339090" y="336800"/>
            <a:ext cx="645795" cy="645795"/>
          </a:xfrm>
          <a:prstGeom prst="donut">
            <a:avLst>
              <a:gd name="adj" fmla="val 14539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圆: 空心 5"/>
          <p:cNvSpPr/>
          <p:nvPr userDrawn="1">
            <p:custDataLst>
              <p:tags r:id="rId3"/>
            </p:custDataLst>
          </p:nvPr>
        </p:nvSpPr>
        <p:spPr>
          <a:xfrm>
            <a:off x="95885" y="83435"/>
            <a:ext cx="1107440" cy="1107440"/>
          </a:xfrm>
          <a:prstGeom prst="donut">
            <a:avLst>
              <a:gd name="adj" fmla="val 18117"/>
            </a:avLst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正文"/>
          <p:cNvSpPr txBox="1">
            <a:spLocks noGrp="1"/>
          </p:cNvSpPr>
          <p:nvPr>
            <p:ph idx="7" hasCustomPrompt="1"/>
            <p:custDataLst>
              <p:tags r:id="rId4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6" hasCustomPrompt="1"/>
            <p:custDataLst>
              <p:tags r:id="rId5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5" hasCustomPrompt="1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14000">
                      <a:schemeClr val="accent1"/>
                    </a:gs>
                    <a:gs pos="92000">
                      <a:schemeClr val="accent1"/>
                    </a:gs>
                    <a:gs pos="54000">
                      <a:schemeClr val="tx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: 空心 3"/>
          <p:cNvSpPr/>
          <p:nvPr userDrawn="1">
            <p:custDataLst>
              <p:tags r:id="rId1"/>
            </p:custDataLst>
          </p:nvPr>
        </p:nvSpPr>
        <p:spPr>
          <a:xfrm>
            <a:off x="358140" y="361565"/>
            <a:ext cx="615950" cy="615950"/>
          </a:xfrm>
          <a:prstGeom prst="donut">
            <a:avLst>
              <a:gd name="adj" fmla="val 7946"/>
            </a:avLst>
          </a:prstGeom>
          <a:gradFill flip="none" rotWithShape="1">
            <a:gsLst>
              <a:gs pos="0">
                <a:schemeClr val="accent1"/>
              </a:gs>
              <a:gs pos="52000">
                <a:schemeClr val="accent1">
                  <a:alpha val="0"/>
                </a:schemeClr>
              </a:gs>
            </a:gsLst>
            <a:lin ang="4200000" scaled="0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圆: 空心 4"/>
          <p:cNvSpPr/>
          <p:nvPr userDrawn="1">
            <p:custDataLst>
              <p:tags r:id="rId2"/>
            </p:custDataLst>
          </p:nvPr>
        </p:nvSpPr>
        <p:spPr>
          <a:xfrm>
            <a:off x="339090" y="336800"/>
            <a:ext cx="645795" cy="645795"/>
          </a:xfrm>
          <a:prstGeom prst="donut">
            <a:avLst>
              <a:gd name="adj" fmla="val 14539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圆: 空心 5"/>
          <p:cNvSpPr/>
          <p:nvPr userDrawn="1">
            <p:custDataLst>
              <p:tags r:id="rId3"/>
            </p:custDataLst>
          </p:nvPr>
        </p:nvSpPr>
        <p:spPr>
          <a:xfrm>
            <a:off x="95885" y="83435"/>
            <a:ext cx="1107440" cy="1107440"/>
          </a:xfrm>
          <a:prstGeom prst="donut">
            <a:avLst>
              <a:gd name="adj" fmla="val 18117"/>
            </a:avLst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正文"/>
          <p:cNvSpPr txBox="1">
            <a:spLocks noGrp="1"/>
          </p:cNvSpPr>
          <p:nvPr>
            <p:ph idx="9" hasCustomPrompt="1"/>
            <p:custDataLst>
              <p:tags r:id="rId4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17" name="标题"/>
          <p:cNvSpPr txBox="1">
            <a:spLocks noGrp="1"/>
          </p:cNvSpPr>
          <p:nvPr>
            <p:ph type="title" idx="8" hasCustomPrompt="1"/>
            <p:custDataLst>
              <p:tags r:id="rId5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16" name="正文"/>
          <p:cNvSpPr txBox="1">
            <a:spLocks noGrp="1"/>
          </p:cNvSpPr>
          <p:nvPr>
            <p:ph idx="7" hasCustomPrompt="1"/>
            <p:custDataLst>
              <p:tags r:id="rId6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15" name="标题"/>
          <p:cNvSpPr txBox="1">
            <a:spLocks noGrp="1"/>
          </p:cNvSpPr>
          <p:nvPr>
            <p:ph type="title" idx="6" hasCustomPrompt="1"/>
            <p:custDataLst>
              <p:tags r:id="rId7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5" hasCustomPrompt="1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14000">
                      <a:schemeClr val="accent1"/>
                    </a:gs>
                    <a:gs pos="92000">
                      <a:schemeClr val="accent1"/>
                    </a:gs>
                    <a:gs pos="54000">
                      <a:schemeClr val="tx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: 空心 3"/>
          <p:cNvSpPr/>
          <p:nvPr userDrawn="1">
            <p:custDataLst>
              <p:tags r:id="rId1"/>
            </p:custDataLst>
          </p:nvPr>
        </p:nvSpPr>
        <p:spPr>
          <a:xfrm>
            <a:off x="358140" y="361565"/>
            <a:ext cx="615950" cy="615950"/>
          </a:xfrm>
          <a:prstGeom prst="donut">
            <a:avLst>
              <a:gd name="adj" fmla="val 7946"/>
            </a:avLst>
          </a:prstGeom>
          <a:gradFill flip="none" rotWithShape="1">
            <a:gsLst>
              <a:gs pos="0">
                <a:schemeClr val="accent1"/>
              </a:gs>
              <a:gs pos="52000">
                <a:schemeClr val="accent1">
                  <a:alpha val="0"/>
                </a:schemeClr>
              </a:gs>
            </a:gsLst>
            <a:lin ang="4200000" scaled="0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圆: 空心 4"/>
          <p:cNvSpPr/>
          <p:nvPr userDrawn="1">
            <p:custDataLst>
              <p:tags r:id="rId2"/>
            </p:custDataLst>
          </p:nvPr>
        </p:nvSpPr>
        <p:spPr>
          <a:xfrm>
            <a:off x="339090" y="336800"/>
            <a:ext cx="645795" cy="645795"/>
          </a:xfrm>
          <a:prstGeom prst="donut">
            <a:avLst>
              <a:gd name="adj" fmla="val 14539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圆: 空心 5"/>
          <p:cNvSpPr/>
          <p:nvPr userDrawn="1">
            <p:custDataLst>
              <p:tags r:id="rId3"/>
            </p:custDataLst>
          </p:nvPr>
        </p:nvSpPr>
        <p:spPr>
          <a:xfrm>
            <a:off x="95885" y="83435"/>
            <a:ext cx="1107440" cy="1107440"/>
          </a:xfrm>
          <a:prstGeom prst="donut">
            <a:avLst>
              <a:gd name="adj" fmla="val 18117"/>
            </a:avLst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5" hasCustomPrompt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14000">
                      <a:schemeClr val="accent1"/>
                    </a:gs>
                    <a:gs pos="92000">
                      <a:schemeClr val="accent1"/>
                    </a:gs>
                    <a:gs pos="54000">
                      <a:schemeClr val="tx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: 空心 3"/>
          <p:cNvSpPr/>
          <p:nvPr userDrawn="1">
            <p:custDataLst>
              <p:tags r:id="rId1"/>
            </p:custDataLst>
          </p:nvPr>
        </p:nvSpPr>
        <p:spPr>
          <a:xfrm>
            <a:off x="358140" y="361565"/>
            <a:ext cx="615950" cy="615950"/>
          </a:xfrm>
          <a:prstGeom prst="donut">
            <a:avLst>
              <a:gd name="adj" fmla="val 7946"/>
            </a:avLst>
          </a:prstGeom>
          <a:gradFill flip="none" rotWithShape="1">
            <a:gsLst>
              <a:gs pos="0">
                <a:schemeClr val="accent1"/>
              </a:gs>
              <a:gs pos="52000">
                <a:schemeClr val="accent1">
                  <a:alpha val="0"/>
                </a:schemeClr>
              </a:gs>
            </a:gsLst>
            <a:lin ang="4200000" scaled="0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圆: 空心 4"/>
          <p:cNvSpPr/>
          <p:nvPr userDrawn="1">
            <p:custDataLst>
              <p:tags r:id="rId2"/>
            </p:custDataLst>
          </p:nvPr>
        </p:nvSpPr>
        <p:spPr>
          <a:xfrm>
            <a:off x="339090" y="336800"/>
            <a:ext cx="645795" cy="645795"/>
          </a:xfrm>
          <a:prstGeom prst="donut">
            <a:avLst>
              <a:gd name="adj" fmla="val 14539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圆: 空心 5"/>
          <p:cNvSpPr/>
          <p:nvPr userDrawn="1">
            <p:custDataLst>
              <p:tags r:id="rId3"/>
            </p:custDataLst>
          </p:nvPr>
        </p:nvSpPr>
        <p:spPr>
          <a:xfrm>
            <a:off x="95885" y="83435"/>
            <a:ext cx="1107440" cy="1107440"/>
          </a:xfrm>
          <a:prstGeom prst="donut">
            <a:avLst>
              <a:gd name="adj" fmla="val 18117"/>
            </a:avLst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: 空心 3"/>
          <p:cNvSpPr/>
          <p:nvPr userDrawn="1">
            <p:custDataLst>
              <p:tags r:id="rId1"/>
            </p:custDataLst>
          </p:nvPr>
        </p:nvSpPr>
        <p:spPr>
          <a:xfrm>
            <a:off x="358140" y="361565"/>
            <a:ext cx="615950" cy="615950"/>
          </a:xfrm>
          <a:prstGeom prst="donut">
            <a:avLst>
              <a:gd name="adj" fmla="val 7946"/>
            </a:avLst>
          </a:prstGeom>
          <a:gradFill flip="none" rotWithShape="1">
            <a:gsLst>
              <a:gs pos="0">
                <a:schemeClr val="accent1"/>
              </a:gs>
              <a:gs pos="52000">
                <a:schemeClr val="accent1">
                  <a:alpha val="0"/>
                </a:schemeClr>
              </a:gs>
            </a:gsLst>
            <a:lin ang="4200000" scaled="0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圆: 空心 4"/>
          <p:cNvSpPr/>
          <p:nvPr userDrawn="1">
            <p:custDataLst>
              <p:tags r:id="rId2"/>
            </p:custDataLst>
          </p:nvPr>
        </p:nvSpPr>
        <p:spPr>
          <a:xfrm>
            <a:off x="339090" y="336800"/>
            <a:ext cx="645795" cy="645795"/>
          </a:xfrm>
          <a:prstGeom prst="donut">
            <a:avLst>
              <a:gd name="adj" fmla="val 14539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圆: 空心 5"/>
          <p:cNvSpPr/>
          <p:nvPr userDrawn="1">
            <p:custDataLst>
              <p:tags r:id="rId3"/>
            </p:custDataLst>
          </p:nvPr>
        </p:nvSpPr>
        <p:spPr>
          <a:xfrm>
            <a:off x="95885" y="83435"/>
            <a:ext cx="1107440" cy="1107440"/>
          </a:xfrm>
          <a:prstGeom prst="donut">
            <a:avLst>
              <a:gd name="adj" fmla="val 18117"/>
            </a:avLst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: 空心 3"/>
          <p:cNvSpPr/>
          <p:nvPr userDrawn="1">
            <p:custDataLst>
              <p:tags r:id="rId1"/>
            </p:custDataLst>
          </p:nvPr>
        </p:nvSpPr>
        <p:spPr>
          <a:xfrm>
            <a:off x="358140" y="361565"/>
            <a:ext cx="615950" cy="615950"/>
          </a:xfrm>
          <a:prstGeom prst="donut">
            <a:avLst>
              <a:gd name="adj" fmla="val 7946"/>
            </a:avLst>
          </a:prstGeom>
          <a:gradFill flip="none" rotWithShape="1">
            <a:gsLst>
              <a:gs pos="0">
                <a:schemeClr val="accent1"/>
              </a:gs>
              <a:gs pos="52000">
                <a:schemeClr val="accent1">
                  <a:alpha val="0"/>
                </a:schemeClr>
              </a:gs>
            </a:gsLst>
            <a:lin ang="4200000" scaled="0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圆: 空心 4"/>
          <p:cNvSpPr/>
          <p:nvPr userDrawn="1">
            <p:custDataLst>
              <p:tags r:id="rId2"/>
            </p:custDataLst>
          </p:nvPr>
        </p:nvSpPr>
        <p:spPr>
          <a:xfrm>
            <a:off x="339090" y="336800"/>
            <a:ext cx="645795" cy="645795"/>
          </a:xfrm>
          <a:prstGeom prst="donut">
            <a:avLst>
              <a:gd name="adj" fmla="val 14539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圆: 空心 5"/>
          <p:cNvSpPr/>
          <p:nvPr userDrawn="1">
            <p:custDataLst>
              <p:tags r:id="rId3"/>
            </p:custDataLst>
          </p:nvPr>
        </p:nvSpPr>
        <p:spPr>
          <a:xfrm>
            <a:off x="95885" y="83435"/>
            <a:ext cx="1107440" cy="1107440"/>
          </a:xfrm>
          <a:prstGeom prst="donut">
            <a:avLst>
              <a:gd name="adj" fmla="val 18117"/>
            </a:avLst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 algn="l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14000">
                      <a:schemeClr val="accent1"/>
                    </a:gs>
                    <a:gs pos="92000">
                      <a:schemeClr val="accent1"/>
                    </a:gs>
                    <a:gs pos="54000">
                      <a:schemeClr val="tx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: 空心 11"/>
          <p:cNvSpPr/>
          <p:nvPr>
            <p:custDataLst>
              <p:tags r:id="rId1"/>
            </p:custDataLst>
          </p:nvPr>
        </p:nvSpPr>
        <p:spPr>
          <a:xfrm>
            <a:off x="1423035" y="1768475"/>
            <a:ext cx="915035" cy="915035"/>
          </a:xfrm>
          <a:prstGeom prst="donut">
            <a:avLst>
              <a:gd name="adj" fmla="val 7946"/>
            </a:avLst>
          </a:prstGeom>
          <a:gradFill flip="none" rotWithShape="1">
            <a:gsLst>
              <a:gs pos="0">
                <a:schemeClr val="accent1"/>
              </a:gs>
              <a:gs pos="52000">
                <a:schemeClr val="accent1">
                  <a:alpha val="0"/>
                </a:schemeClr>
              </a:gs>
            </a:gsLst>
            <a:lin ang="4200000" scaled="0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圆: 空心 12"/>
          <p:cNvSpPr/>
          <p:nvPr>
            <p:custDataLst>
              <p:tags r:id="rId2"/>
            </p:custDataLst>
          </p:nvPr>
        </p:nvSpPr>
        <p:spPr>
          <a:xfrm>
            <a:off x="1395095" y="1731645"/>
            <a:ext cx="959485" cy="959485"/>
          </a:xfrm>
          <a:prstGeom prst="donut">
            <a:avLst>
              <a:gd name="adj" fmla="val 14539"/>
            </a:avLst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圆: 空心 10"/>
          <p:cNvSpPr/>
          <p:nvPr>
            <p:custDataLst>
              <p:tags r:id="rId3"/>
            </p:custDataLst>
          </p:nvPr>
        </p:nvSpPr>
        <p:spPr>
          <a:xfrm>
            <a:off x="1033780" y="1355725"/>
            <a:ext cx="1645285" cy="1645285"/>
          </a:xfrm>
          <a:prstGeom prst="donut">
            <a:avLst>
              <a:gd name="adj" fmla="val 18117"/>
            </a:avLst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 flipH="1">
            <a:off x="1573306" y="3979863"/>
            <a:ext cx="0" cy="68400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8"/>
          <p:cNvSpPr/>
          <p:nvPr>
            <p:custDataLst>
              <p:tags r:id="rId5"/>
            </p:custDataLst>
          </p:nvPr>
        </p:nvSpPr>
        <p:spPr>
          <a:xfrm rot="3180000">
            <a:off x="5642610" y="3151505"/>
            <a:ext cx="348615" cy="4824095"/>
          </a:xfrm>
          <a:custGeom>
            <a:avLst/>
            <a:gdLst>
              <a:gd name="connsiteX0" fmla="*/ 465 w 549"/>
              <a:gd name="connsiteY0" fmla="*/ 37 h 7846"/>
              <a:gd name="connsiteX1" fmla="*/ 496 w 549"/>
              <a:gd name="connsiteY1" fmla="*/ 0 h 7846"/>
              <a:gd name="connsiteX2" fmla="*/ 549 w 549"/>
              <a:gd name="connsiteY2" fmla="*/ 7116 h 7846"/>
              <a:gd name="connsiteX3" fmla="*/ 0 w 549"/>
              <a:gd name="connsiteY3" fmla="*/ 7846 h 7846"/>
              <a:gd name="connsiteX4" fmla="*/ 465 w 549"/>
              <a:gd name="connsiteY4" fmla="*/ 37 h 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9" h="7846">
                <a:moveTo>
                  <a:pt x="465" y="37"/>
                </a:moveTo>
                <a:lnTo>
                  <a:pt x="496" y="0"/>
                </a:lnTo>
                <a:lnTo>
                  <a:pt x="549" y="7116"/>
                </a:lnTo>
                <a:lnTo>
                  <a:pt x="0" y="7846"/>
                </a:lnTo>
                <a:lnTo>
                  <a:pt x="465" y="3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">
                <a:schemeClr val="accent1"/>
              </a:gs>
              <a:gs pos="3300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0"/>
          </a:gradFill>
          <a:ln>
            <a:noFill/>
            <a:prstDash val="solid"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任意多边形 13"/>
          <p:cNvSpPr/>
          <p:nvPr>
            <p:custDataLst>
              <p:tags r:id="rId6"/>
            </p:custDataLst>
          </p:nvPr>
        </p:nvSpPr>
        <p:spPr>
          <a:xfrm rot="15120000">
            <a:off x="5316220" y="-1681480"/>
            <a:ext cx="1153795" cy="13151486"/>
          </a:xfrm>
          <a:custGeom>
            <a:avLst/>
            <a:gdLst>
              <a:gd name="connsiteX0" fmla="*/ 20 w 215"/>
              <a:gd name="connsiteY0" fmla="*/ 90 h 20058"/>
              <a:gd name="connsiteX1" fmla="*/ 213 w 215"/>
              <a:gd name="connsiteY1" fmla="*/ 0 h 20058"/>
              <a:gd name="connsiteX2" fmla="*/ 63 w 215"/>
              <a:gd name="connsiteY2" fmla="*/ 20052 h 20058"/>
              <a:gd name="connsiteX3" fmla="*/ 0 w 215"/>
              <a:gd name="connsiteY3" fmla="*/ 20058 h 20058"/>
              <a:gd name="connsiteX4" fmla="*/ 20 w 215"/>
              <a:gd name="connsiteY4" fmla="*/ 90 h 20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" h="20058">
                <a:moveTo>
                  <a:pt x="20" y="90"/>
                </a:moveTo>
                <a:lnTo>
                  <a:pt x="213" y="0"/>
                </a:lnTo>
                <a:cubicBezTo>
                  <a:pt x="235" y="6035"/>
                  <a:pt x="95" y="19645"/>
                  <a:pt x="63" y="20052"/>
                </a:cubicBezTo>
                <a:lnTo>
                  <a:pt x="0" y="20058"/>
                </a:lnTo>
                <a:lnTo>
                  <a:pt x="20" y="9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40000"/>
                </a:schemeClr>
              </a:gs>
              <a:gs pos="18000">
                <a:schemeClr val="accent1">
                  <a:alpha val="20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  <a:prstDash val="solid"/>
          </a:ln>
          <a:effectLst>
            <a:softEdge rad="177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任意多边形 14"/>
          <p:cNvSpPr/>
          <p:nvPr>
            <p:custDataLst>
              <p:tags r:id="rId7"/>
            </p:custDataLst>
          </p:nvPr>
        </p:nvSpPr>
        <p:spPr>
          <a:xfrm rot="17400000">
            <a:off x="9496425" y="2840355"/>
            <a:ext cx="384810" cy="5471795"/>
          </a:xfrm>
          <a:custGeom>
            <a:avLst/>
            <a:gdLst>
              <a:gd name="connsiteX0" fmla="*/ 432 w 497"/>
              <a:gd name="connsiteY0" fmla="*/ 0 h 8455"/>
              <a:gd name="connsiteX1" fmla="*/ 489 w 497"/>
              <a:gd name="connsiteY1" fmla="*/ 42 h 8455"/>
              <a:gd name="connsiteX2" fmla="*/ 497 w 497"/>
              <a:gd name="connsiteY2" fmla="*/ 8291 h 8455"/>
              <a:gd name="connsiteX3" fmla="*/ 0 w 497"/>
              <a:gd name="connsiteY3" fmla="*/ 8455 h 8455"/>
              <a:gd name="connsiteX4" fmla="*/ 432 w 497"/>
              <a:gd name="connsiteY4" fmla="*/ 0 h 8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" h="8455">
                <a:moveTo>
                  <a:pt x="432" y="0"/>
                </a:moveTo>
                <a:lnTo>
                  <a:pt x="489" y="42"/>
                </a:lnTo>
                <a:lnTo>
                  <a:pt x="497" y="8291"/>
                </a:lnTo>
                <a:lnTo>
                  <a:pt x="0" y="8455"/>
                </a:lnTo>
                <a:lnTo>
                  <a:pt x="432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">
                <a:schemeClr val="accent1"/>
              </a:gs>
              <a:gs pos="3000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0"/>
          </a:gradFill>
          <a:ln>
            <a:noFill/>
            <a:prstDash val="solid"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16" name="任意多边形 15"/>
          <p:cNvSpPr/>
          <p:nvPr>
            <p:custDataLst>
              <p:tags r:id="rId8"/>
            </p:custDataLst>
          </p:nvPr>
        </p:nvSpPr>
        <p:spPr>
          <a:xfrm rot="15240000">
            <a:off x="6005830" y="-1488440"/>
            <a:ext cx="136525" cy="12736830"/>
          </a:xfrm>
          <a:custGeom>
            <a:avLst/>
            <a:gdLst>
              <a:gd name="connsiteX0" fmla="*/ 20 w 215"/>
              <a:gd name="connsiteY0" fmla="*/ 90 h 20058"/>
              <a:gd name="connsiteX1" fmla="*/ 213 w 215"/>
              <a:gd name="connsiteY1" fmla="*/ 0 h 20058"/>
              <a:gd name="connsiteX2" fmla="*/ 63 w 215"/>
              <a:gd name="connsiteY2" fmla="*/ 20052 h 20058"/>
              <a:gd name="connsiteX3" fmla="*/ 0 w 215"/>
              <a:gd name="connsiteY3" fmla="*/ 20058 h 20058"/>
              <a:gd name="connsiteX4" fmla="*/ 20 w 215"/>
              <a:gd name="connsiteY4" fmla="*/ 90 h 20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" h="20058">
                <a:moveTo>
                  <a:pt x="20" y="90"/>
                </a:moveTo>
                <a:lnTo>
                  <a:pt x="213" y="0"/>
                </a:lnTo>
                <a:cubicBezTo>
                  <a:pt x="235" y="6035"/>
                  <a:pt x="95" y="19645"/>
                  <a:pt x="63" y="20052"/>
                </a:cubicBezTo>
                <a:lnTo>
                  <a:pt x="0" y="20058"/>
                </a:lnTo>
                <a:lnTo>
                  <a:pt x="20" y="9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20000">
                <a:schemeClr val="accent1"/>
              </a:gs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  <a:prstDash val="solid"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署名"/>
          <p:cNvSpPr txBox="1">
            <a:spLocks noGrp="1"/>
          </p:cNvSpPr>
          <p:nvPr>
            <p:ph type="body" idx="2" hasCustomPrompt="1"/>
            <p:custDataLst>
              <p:tags r:id="rId9"/>
            </p:custDataLst>
          </p:nvPr>
        </p:nvSpPr>
        <p:spPr>
          <a:xfrm>
            <a:off x="1843371" y="4248898"/>
            <a:ext cx="8310146" cy="421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5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n-lt"/>
              </a:defRPr>
            </a:lvl1pPr>
          </a:lstStyle>
          <a:p>
            <a:pPr lvl="0" algn="l">
              <a:lnSpc>
                <a:spcPct val="150000"/>
              </a:lnSpc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1480185" y="2044065"/>
            <a:ext cx="8673465" cy="170434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8000" b="0" i="0" u="none" strike="noStrike" kern="1200" cap="none" spc="0" normalizeH="0" baseline="0" noProof="1" dirty="0">
                <a:gradFill>
                  <a:gsLst>
                    <a:gs pos="14000">
                      <a:schemeClr val="accent1"/>
                    </a:gs>
                    <a:gs pos="92000">
                      <a:schemeClr val="accent1"/>
                    </a:gs>
                    <a:gs pos="54000">
                      <a:schemeClr val="tx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/>
            <a:r>
              <a:rPr dirty="0" err="1">
                <a:latin typeface="+mj-lt"/>
                <a:sym typeface="+mn-ea"/>
              </a:rPr>
              <a:t>Click to add title</a:t>
            </a:r>
            <a:endParaRPr dirty="0" err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6000" y="394405"/>
            <a:ext cx="10800000" cy="792000"/>
          </a:xfrm>
        </p:spPr>
        <p:txBody>
          <a:bodyPr lIns="0" tIns="0" rIns="0" bIns="0"/>
          <a:lstStyle>
            <a:lvl1pPr algn="ctr" fontAlgn="base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theme" Target="../theme/theme2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13.xml"/><Relationship Id="rId21" Type="http://schemas.openxmlformats.org/officeDocument/2006/relationships/tags" Target="../tags/tag9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12.xml"/><Relationship Id="rId16" Type="http://schemas.openxmlformats.org/officeDocument/2006/relationships/tags" Target="../tags/tag4.xml"/><Relationship Id="rId20" Type="http://schemas.openxmlformats.org/officeDocument/2006/relationships/tags" Target="../tags/tag8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20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ags" Target="../tags/tag2.xml"/><Relationship Id="rId22" Type="http://schemas.openxmlformats.org/officeDocument/2006/relationships/tags" Target="../tags/tag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: 空心 3"/>
          <p:cNvSpPr/>
          <p:nvPr userDrawn="1">
            <p:custDataLst>
              <p:tags r:id="rId14"/>
            </p:custDataLst>
          </p:nvPr>
        </p:nvSpPr>
        <p:spPr>
          <a:xfrm>
            <a:off x="358140" y="361565"/>
            <a:ext cx="615950" cy="615950"/>
          </a:xfrm>
          <a:prstGeom prst="donut">
            <a:avLst>
              <a:gd name="adj" fmla="val 7946"/>
            </a:avLst>
          </a:prstGeom>
          <a:gradFill flip="none" rotWithShape="1">
            <a:gsLst>
              <a:gs pos="0">
                <a:schemeClr val="accent1"/>
              </a:gs>
              <a:gs pos="52000">
                <a:schemeClr val="accent1">
                  <a:alpha val="0"/>
                </a:schemeClr>
              </a:gs>
            </a:gsLst>
            <a:lin ang="4200000" scaled="0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" name="圆: 空心 4"/>
          <p:cNvSpPr/>
          <p:nvPr userDrawn="1">
            <p:custDataLst>
              <p:tags r:id="rId15"/>
            </p:custDataLst>
          </p:nvPr>
        </p:nvSpPr>
        <p:spPr>
          <a:xfrm>
            <a:off x="339090" y="336800"/>
            <a:ext cx="645795" cy="645795"/>
          </a:xfrm>
          <a:prstGeom prst="donut">
            <a:avLst>
              <a:gd name="adj" fmla="val 14539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" name="圆: 空心 5"/>
          <p:cNvSpPr/>
          <p:nvPr userDrawn="1">
            <p:custDataLst>
              <p:tags r:id="rId16"/>
            </p:custDataLst>
          </p:nvPr>
        </p:nvSpPr>
        <p:spPr>
          <a:xfrm>
            <a:off x="95885" y="83435"/>
            <a:ext cx="1107440" cy="1107440"/>
          </a:xfrm>
          <a:prstGeom prst="donut">
            <a:avLst>
              <a:gd name="adj" fmla="val 18117"/>
            </a:avLst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Char char="●"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bg1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en-US" sz="3200" b="0" i="0" u="none" strike="noStrike" kern="1200" cap="none" spc="0" normalizeH="0" baseline="0" smtClean="0">
          <a:ln>
            <a:noFill/>
            <a:prstDash val="sysDot"/>
          </a:ln>
          <a:gradFill>
            <a:gsLst>
              <a:gs pos="14000">
                <a:schemeClr val="accent1"/>
              </a:gs>
              <a:gs pos="92000">
                <a:schemeClr val="accent1"/>
              </a:gs>
              <a:gs pos="54000">
                <a:schemeClr val="tx1"/>
              </a:gs>
            </a:gsLst>
            <a:lin ang="0" scaled="1"/>
          </a:gra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en-US" sz="1800" b="0" i="0" u="none" strike="noStrike" kern="1200" cap="none" spc="0" normalizeH="0" baseline="0" dirty="0" smtClean="0">
          <a:ln>
            <a:noFill/>
            <a:prstDash val="sysDot"/>
          </a:ln>
          <a:solidFill>
            <a:schemeClr val="tx1"/>
          </a:solidFill>
          <a:uFillTx/>
          <a:latin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 smtClean="0">
          <a:ln>
            <a:noFill/>
            <a:prstDash val="sysDot"/>
          </a:ln>
          <a:solidFill>
            <a:schemeClr val="tx1"/>
          </a:solidFill>
          <a:uFillTx/>
          <a:latin typeface="+mn-ea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 smtClean="0">
          <a:ln>
            <a:noFill/>
            <a:prstDash val="sysDot"/>
          </a:ln>
          <a:solidFill>
            <a:schemeClr val="tx1"/>
          </a:solidFill>
          <a:uFillTx/>
          <a:latin typeface="+mn-ea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dirty="0" smtClean="0">
          <a:ln>
            <a:noFill/>
            <a:prstDash val="sysDot"/>
          </a:ln>
          <a:solidFill>
            <a:schemeClr val="tx1"/>
          </a:solidFill>
          <a:uFillTx/>
          <a:latin typeface="+mn-ea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dirty="0" smtClean="0">
          <a:ln>
            <a:noFill/>
            <a:prstDash val="sysDot"/>
          </a:ln>
          <a:solidFill>
            <a:schemeClr val="tx1"/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11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26.xml"/><Relationship Id="rId3" Type="http://schemas.openxmlformats.org/officeDocument/2006/relationships/tags" Target="../tags/tag121.xml"/><Relationship Id="rId7" Type="http://schemas.openxmlformats.org/officeDocument/2006/relationships/tags" Target="../tags/tag125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tags" Target="../tags/tag124.xml"/><Relationship Id="rId11" Type="http://schemas.openxmlformats.org/officeDocument/2006/relationships/image" Target="../media/image1.png"/><Relationship Id="rId5" Type="http://schemas.openxmlformats.org/officeDocument/2006/relationships/tags" Target="../tags/tag123.xml"/><Relationship Id="rId10" Type="http://schemas.openxmlformats.org/officeDocument/2006/relationships/notesSlide" Target="../notesSlides/notesSlide1.xml"/><Relationship Id="rId4" Type="http://schemas.openxmlformats.org/officeDocument/2006/relationships/tags" Target="../tags/tag122.xml"/><Relationship Id="rId9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34.xml"/><Relationship Id="rId13" Type="http://schemas.openxmlformats.org/officeDocument/2006/relationships/image" Target="../media/image2.png"/><Relationship Id="rId3" Type="http://schemas.openxmlformats.org/officeDocument/2006/relationships/tags" Target="../tags/tag129.xml"/><Relationship Id="rId7" Type="http://schemas.openxmlformats.org/officeDocument/2006/relationships/tags" Target="../tags/tag133.xml"/><Relationship Id="rId12" Type="http://schemas.openxmlformats.org/officeDocument/2006/relationships/slideLayout" Target="../slideLayouts/slideLayout22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tags" Target="../tags/tag132.xml"/><Relationship Id="rId11" Type="http://schemas.openxmlformats.org/officeDocument/2006/relationships/tags" Target="../tags/tag137.xml"/><Relationship Id="rId5" Type="http://schemas.openxmlformats.org/officeDocument/2006/relationships/tags" Target="../tags/tag131.xml"/><Relationship Id="rId10" Type="http://schemas.openxmlformats.org/officeDocument/2006/relationships/tags" Target="../tags/tag136.xml"/><Relationship Id="rId4" Type="http://schemas.openxmlformats.org/officeDocument/2006/relationships/tags" Target="../tags/tag130.xml"/><Relationship Id="rId9" Type="http://schemas.openxmlformats.org/officeDocument/2006/relationships/tags" Target="../tags/tag13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45.xml"/><Relationship Id="rId13" Type="http://schemas.openxmlformats.org/officeDocument/2006/relationships/image" Target="../media/image3.png"/><Relationship Id="rId3" Type="http://schemas.openxmlformats.org/officeDocument/2006/relationships/tags" Target="../tags/tag140.xml"/><Relationship Id="rId7" Type="http://schemas.openxmlformats.org/officeDocument/2006/relationships/tags" Target="../tags/tag144.xml"/><Relationship Id="rId12" Type="http://schemas.openxmlformats.org/officeDocument/2006/relationships/slideLayout" Target="../slideLayouts/slideLayout22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6" Type="http://schemas.openxmlformats.org/officeDocument/2006/relationships/tags" Target="../tags/tag143.xml"/><Relationship Id="rId11" Type="http://schemas.openxmlformats.org/officeDocument/2006/relationships/tags" Target="../tags/tag148.xml"/><Relationship Id="rId5" Type="http://schemas.openxmlformats.org/officeDocument/2006/relationships/tags" Target="../tags/tag142.xml"/><Relationship Id="rId10" Type="http://schemas.openxmlformats.org/officeDocument/2006/relationships/tags" Target="../tags/tag147.xml"/><Relationship Id="rId4" Type="http://schemas.openxmlformats.org/officeDocument/2006/relationships/tags" Target="../tags/tag141.xml"/><Relationship Id="rId9" Type="http://schemas.openxmlformats.org/officeDocument/2006/relationships/tags" Target="../tags/tag146.xml"/><Relationship Id="rId1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56.xml"/><Relationship Id="rId13" Type="http://schemas.openxmlformats.org/officeDocument/2006/relationships/notesSlide" Target="../notesSlides/notesSlide2.xml"/><Relationship Id="rId3" Type="http://schemas.openxmlformats.org/officeDocument/2006/relationships/tags" Target="../tags/tag151.xml"/><Relationship Id="rId7" Type="http://schemas.openxmlformats.org/officeDocument/2006/relationships/tags" Target="../tags/tag155.xml"/><Relationship Id="rId12" Type="http://schemas.openxmlformats.org/officeDocument/2006/relationships/slideLayout" Target="../slideLayouts/slideLayout22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6" Type="http://schemas.openxmlformats.org/officeDocument/2006/relationships/tags" Target="../tags/tag154.xml"/><Relationship Id="rId11" Type="http://schemas.openxmlformats.org/officeDocument/2006/relationships/tags" Target="../tags/tag159.xml"/><Relationship Id="rId5" Type="http://schemas.openxmlformats.org/officeDocument/2006/relationships/tags" Target="../tags/tag153.xml"/><Relationship Id="rId10" Type="http://schemas.openxmlformats.org/officeDocument/2006/relationships/tags" Target="../tags/tag158.xml"/><Relationship Id="rId4" Type="http://schemas.openxmlformats.org/officeDocument/2006/relationships/tags" Target="../tags/tag152.xml"/><Relationship Id="rId9" Type="http://schemas.openxmlformats.org/officeDocument/2006/relationships/tags" Target="../tags/tag157.xml"/><Relationship Id="rId1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1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>
          <a:xfrm>
            <a:off x="1774190" y="4555490"/>
            <a:ext cx="8373110" cy="417195"/>
          </a:xfrm>
        </p:spPr>
        <p:txBody>
          <a:bodyPr>
            <a:normAutofit fontScale="92500"/>
          </a:bodyPr>
          <a:lstStyle/>
          <a:p>
            <a:r>
              <a:rPr lang="ru-RU"/>
              <a:t>Зайцев Кирилл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2"/>
            <p:custDataLst>
              <p:tags r:id="rId3"/>
            </p:custDataLst>
          </p:nvPr>
        </p:nvSpPr>
        <p:spPr>
          <a:xfrm>
            <a:off x="1473835" y="3334385"/>
            <a:ext cx="8673465" cy="939800"/>
          </a:xfrm>
        </p:spPr>
        <p:txBody>
          <a:bodyPr/>
          <a:lstStyle/>
          <a:p>
            <a:r>
              <a:rPr lang="en-US"/>
              <a:t>2D </a:t>
            </a:r>
            <a:r>
              <a:rPr lang="ru-RU" altLang="en-US"/>
              <a:t>песочница</a:t>
            </a:r>
          </a:p>
        </p:txBody>
      </p:sp>
      <p:sp>
        <p:nvSpPr>
          <p:cNvPr id="15" name="标题 14"/>
          <p:cNvSpPr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1473835" y="209550"/>
            <a:ext cx="9738995" cy="3034665"/>
          </a:xfrm>
        </p:spPr>
        <p:txBody>
          <a:bodyPr/>
          <a:lstStyle/>
          <a:p>
            <a:r>
              <a:rPr lang="en-US" dirty="0"/>
              <a:t>CUBE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9565" y="109852"/>
            <a:ext cx="10800000" cy="792000"/>
          </a:xfrm>
        </p:spPr>
        <p:txBody>
          <a:bodyPr wrap="square">
            <a:normAutofit/>
          </a:bodyPr>
          <a:lstStyle/>
          <a:p>
            <a:r>
              <a:rPr lang="ru-RU" altLang="en-US" spc="0" dirty="0">
                <a:latin typeface="+mj-lt"/>
              </a:rPr>
              <a:t>Об игре</a:t>
            </a:r>
          </a:p>
        </p:txBody>
      </p:sp>
      <p:cxnSp>
        <p:nvCxnSpPr>
          <p:cNvPr id="6" name="直接连接符 5"/>
          <p:cNvCxnSpPr/>
          <p:nvPr>
            <p:custDataLst>
              <p:tags r:id="rId3"/>
            </p:custDataLst>
          </p:nvPr>
        </p:nvCxnSpPr>
        <p:spPr>
          <a:xfrm flipV="1">
            <a:off x="699565" y="3486845"/>
            <a:ext cx="0" cy="272512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940479" y="4240734"/>
            <a:ext cx="4988812" cy="19715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О</a:t>
            </a: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чень легковесная</a:t>
            </a:r>
            <a:endParaRPr lang="ru-RU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Потребляет мало ресурсов компьютера</a:t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Хорошая оптимизация</a:t>
            </a:r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940479" y="3486845"/>
            <a:ext cx="4988812" cy="62277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 sz="2400" b="1" kern="0" dirty="0">
                <a:solidFill>
                  <a:schemeClr val="accent1"/>
                </a:solidFill>
                <a:latin typeface="+mj-lt"/>
                <a:sym typeface="+mn-ea"/>
              </a:rPr>
              <a:t>Нетребовательна к ПК</a:t>
            </a:r>
          </a:p>
        </p:txBody>
      </p: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 flipV="1">
            <a:off x="6262200" y="3472225"/>
            <a:ext cx="0" cy="272512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6503114" y="4226114"/>
            <a:ext cx="4988813" cy="19715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В песочнице всегда есть чем заняться, можно эксперементировать с физикой или строить разные здания</a:t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С помощью мультиплеера можно играть вместе с друзьями - так ещё интереснее</a:t>
            </a:r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6503114" y="3472225"/>
            <a:ext cx="4988812" cy="62277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 sz="2400" b="1" kern="0" dirty="0">
                <a:solidFill>
                  <a:schemeClr val="accent1"/>
                </a:solidFill>
                <a:latin typeface="+mj-lt"/>
                <a:sym typeface="+mn-ea"/>
              </a:rPr>
              <a:t>Интересный геймплей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75082" y="863741"/>
            <a:ext cx="5448965" cy="247737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095" y="576015"/>
            <a:ext cx="10800000" cy="792000"/>
          </a:xfrm>
        </p:spPr>
        <p:txBody>
          <a:bodyPr wrap="square">
            <a:normAutofit/>
          </a:bodyPr>
          <a:lstStyle/>
          <a:p>
            <a:pPr algn="l"/>
            <a:r>
              <a:rPr lang="ru-RU" altLang="en-US" spc="0" dirty="0"/>
              <a:t>В игре есть много возможностей</a:t>
            </a:r>
          </a:p>
        </p:txBody>
      </p:sp>
      <p:sp>
        <p:nvSpPr>
          <p:cNvPr id="13" name="矩形 12"/>
          <p:cNvSpPr/>
          <p:nvPr>
            <p:custDataLst>
              <p:tags r:id="rId3"/>
            </p:custDataLst>
          </p:nvPr>
        </p:nvSpPr>
        <p:spPr>
          <a:xfrm>
            <a:off x="7259480" y="2740029"/>
            <a:ext cx="4265137" cy="63125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Создаёт эффект погружения в игру и помогает забираться в недоступные места</a:t>
            </a:r>
          </a:p>
        </p:txBody>
      </p:sp>
      <p:sp>
        <p:nvSpPr>
          <p:cNvPr id="14" name="矩形 13"/>
          <p:cNvSpPr/>
          <p:nvPr>
            <p:custDataLst>
              <p:tags r:id="rId4"/>
            </p:custDataLst>
          </p:nvPr>
        </p:nvSpPr>
        <p:spPr>
          <a:xfrm>
            <a:off x="7259480" y="2367248"/>
            <a:ext cx="4265137" cy="325298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95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 sz="2000" b="1" dirty="0">
                <a:solidFill>
                  <a:schemeClr val="accent1"/>
                </a:solidFill>
                <a:latin typeface="+mj-lt"/>
                <a:sym typeface="+mn-ea"/>
              </a:rPr>
              <a:t>Реалистичная физика</a:t>
            </a:r>
          </a:p>
        </p:txBody>
      </p:sp>
      <p:sp>
        <p:nvSpPr>
          <p:cNvPr id="15" name="椭圆 14"/>
          <p:cNvSpPr/>
          <p:nvPr>
            <p:custDataLst>
              <p:tags r:id="rId5"/>
            </p:custDataLst>
          </p:nvPr>
        </p:nvSpPr>
        <p:spPr>
          <a:xfrm>
            <a:off x="6267514" y="2395825"/>
            <a:ext cx="669245" cy="66924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bg1"/>
                </a:solidFill>
                <a:latin typeface="+mn-lt"/>
                <a:sym typeface="+mn-lt"/>
              </a:rPr>
              <a:t>01</a:t>
            </a:r>
          </a:p>
        </p:txBody>
      </p:sp>
      <p:sp>
        <p:nvSpPr>
          <p:cNvPr id="16" name="矩形 15"/>
          <p:cNvSpPr/>
          <p:nvPr>
            <p:custDataLst>
              <p:tags r:id="rId6"/>
            </p:custDataLst>
          </p:nvPr>
        </p:nvSpPr>
        <p:spPr>
          <a:xfrm>
            <a:off x="7260115" y="3949820"/>
            <a:ext cx="4265137" cy="63087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Даёт игроку ещё больший простор для иследования и игрой с физикой</a:t>
            </a:r>
          </a:p>
        </p:txBody>
      </p:sp>
      <p:sp>
        <p:nvSpPr>
          <p:cNvPr id="17" name="矩形 16"/>
          <p:cNvSpPr/>
          <p:nvPr>
            <p:custDataLst>
              <p:tags r:id="rId7"/>
            </p:custDataLst>
          </p:nvPr>
        </p:nvSpPr>
        <p:spPr>
          <a:xfrm>
            <a:off x="7260115" y="3577039"/>
            <a:ext cx="4265137" cy="325104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875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 sz="2000" b="1" dirty="0">
                <a:solidFill>
                  <a:schemeClr val="accent1"/>
                </a:solidFill>
                <a:latin typeface="+mj-lt"/>
                <a:sym typeface="+mn-ea"/>
              </a:rPr>
              <a:t>Интересная механика передвижения</a:t>
            </a:r>
          </a:p>
        </p:txBody>
      </p:sp>
      <p:sp>
        <p:nvSpPr>
          <p:cNvPr id="18" name="椭圆 17"/>
          <p:cNvSpPr/>
          <p:nvPr>
            <p:custDataLst>
              <p:tags r:id="rId8"/>
            </p:custDataLst>
          </p:nvPr>
        </p:nvSpPr>
        <p:spPr>
          <a:xfrm>
            <a:off x="6268785" y="3596091"/>
            <a:ext cx="669245" cy="66884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bg1"/>
                </a:solidFill>
                <a:latin typeface="+mn-lt"/>
                <a:sym typeface="+mn-lt"/>
              </a:rPr>
              <a:t>02</a:t>
            </a:r>
          </a:p>
        </p:txBody>
      </p:sp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7260115" y="5159612"/>
            <a:ext cx="4265137" cy="63087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Игроку всегда будет что поиследовать, каждая новая локация будет удивлять чем-то особенным</a:t>
            </a:r>
          </a:p>
        </p:txBody>
      </p:sp>
      <p:sp>
        <p:nvSpPr>
          <p:cNvPr id="20" name="矩形 19"/>
          <p:cNvSpPr/>
          <p:nvPr>
            <p:custDataLst>
              <p:tags r:id="rId10"/>
            </p:custDataLst>
          </p:nvPr>
        </p:nvSpPr>
        <p:spPr>
          <a:xfrm>
            <a:off x="7260115" y="4786831"/>
            <a:ext cx="4265137" cy="325104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95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 sz="2000" b="1" dirty="0">
                <a:solidFill>
                  <a:schemeClr val="accent1"/>
                </a:solidFill>
                <a:latin typeface="+mj-lt"/>
                <a:sym typeface="+mn-ea"/>
              </a:rPr>
              <a:t>Много локаций</a:t>
            </a:r>
          </a:p>
        </p:txBody>
      </p:sp>
      <p:sp>
        <p:nvSpPr>
          <p:cNvPr id="21" name="椭圆 20"/>
          <p:cNvSpPr/>
          <p:nvPr>
            <p:custDataLst>
              <p:tags r:id="rId11"/>
            </p:custDataLst>
          </p:nvPr>
        </p:nvSpPr>
        <p:spPr>
          <a:xfrm>
            <a:off x="6268785" y="4795722"/>
            <a:ext cx="669245" cy="66884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bg1"/>
                </a:solidFill>
                <a:latin typeface="+mn-lt"/>
                <a:sym typeface="+mn-lt"/>
              </a:rPr>
              <a:t>03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4317" y="2570068"/>
            <a:ext cx="5790476" cy="294285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333500" cy="126365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542245"/>
            <a:ext cx="6713706" cy="720000"/>
          </a:xfrm>
        </p:spPr>
        <p:txBody>
          <a:bodyPr wrap="square" lIns="0" tIns="0" rIns="0" bIns="0" anchor="b">
            <a:normAutofit/>
          </a:bodyPr>
          <a:lstStyle/>
          <a:p>
            <a:pPr algn="l"/>
            <a:r>
              <a:rPr lang="ru-RU" altLang="en-US" spc="0" dirty="0"/>
              <a:t>Система </a:t>
            </a:r>
            <a:r>
              <a:rPr altLang="en-US" spc="0" dirty="0"/>
              <a:t>“</a:t>
            </a:r>
            <a:r>
              <a:rPr lang="ru-RU" altLang="en-US" spc="0" dirty="0"/>
              <a:t>кастомизации</a:t>
            </a:r>
            <a:r>
              <a:rPr altLang="en-US" dirty="0">
                <a:sym typeface="+mn-ea"/>
              </a:rPr>
              <a:t>”</a:t>
            </a:r>
            <a:r>
              <a:rPr lang="ru-RU" altLang="en-US" spc="0" dirty="0"/>
              <a:t> игрока</a:t>
            </a:r>
            <a:endParaRPr altLang="en-US" spc="0" dirty="0"/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1159676" y="2379830"/>
            <a:ext cx="4115531" cy="68934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Кем будет ваш персонаж - зависит только от вашего воображения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155699" y="2043083"/>
            <a:ext cx="4116857" cy="277064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95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 b="1" dirty="0">
                <a:solidFill>
                  <a:schemeClr val="accent1"/>
                </a:solidFill>
                <a:latin typeface="+mj-lt"/>
              </a:rPr>
              <a:t>Изменение спрайта персонажа</a:t>
            </a:r>
          </a:p>
        </p:txBody>
      </p:sp>
      <p:sp>
        <p:nvSpPr>
          <p:cNvPr id="14" name="椭圆 13"/>
          <p:cNvSpPr/>
          <p:nvPr>
            <p:custDataLst>
              <p:tags r:id="rId5"/>
            </p:custDataLst>
          </p:nvPr>
        </p:nvSpPr>
        <p:spPr>
          <a:xfrm>
            <a:off x="467678" y="2043774"/>
            <a:ext cx="526290" cy="526290"/>
          </a:xfrm>
          <a:prstGeom prst="ellipse">
            <a:avLst/>
          </a:prstGeom>
          <a:solidFill>
            <a:schemeClr val="accent1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01</a:t>
            </a:r>
          </a:p>
        </p:txBody>
      </p:sp>
      <p:sp>
        <p:nvSpPr>
          <p:cNvPr id="15" name="椭圆 14"/>
          <p:cNvSpPr/>
          <p:nvPr>
            <p:custDataLst>
              <p:tags r:id="rId6"/>
            </p:custDataLst>
          </p:nvPr>
        </p:nvSpPr>
        <p:spPr>
          <a:xfrm>
            <a:off x="467678" y="4713002"/>
            <a:ext cx="526290" cy="526290"/>
          </a:xfrm>
          <a:prstGeom prst="ellipse">
            <a:avLst/>
          </a:prstGeom>
          <a:solidFill>
            <a:schemeClr val="accent1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03</a:t>
            </a:r>
          </a:p>
        </p:txBody>
      </p:sp>
      <p:sp>
        <p:nvSpPr>
          <p:cNvPr id="16" name="矩形 15"/>
          <p:cNvSpPr/>
          <p:nvPr>
            <p:custDataLst>
              <p:tags r:id="rId7"/>
            </p:custDataLst>
          </p:nvPr>
        </p:nvSpPr>
        <p:spPr>
          <a:xfrm>
            <a:off x="1160780" y="5028565"/>
            <a:ext cx="4418330" cy="9010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Умная система анимаций позволяет запускать любые анимации без просадки </a:t>
            </a: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FPS</a:t>
            </a:r>
          </a:p>
        </p:txBody>
      </p:sp>
      <p:sp>
        <p:nvSpPr>
          <p:cNvPr id="17" name="矩形 16"/>
          <p:cNvSpPr/>
          <p:nvPr>
            <p:custDataLst>
              <p:tags r:id="rId8"/>
            </p:custDataLst>
          </p:nvPr>
        </p:nvSpPr>
        <p:spPr>
          <a:xfrm>
            <a:off x="1157025" y="4691792"/>
            <a:ext cx="4116857" cy="277064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875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 b="1">
                <a:solidFill>
                  <a:schemeClr val="accent1"/>
                </a:solidFill>
                <a:latin typeface="+mj-lt"/>
              </a:rPr>
              <a:t>Добавление </a:t>
            </a:r>
            <a:r>
              <a:rPr lang="en-US" altLang="en-US" b="1">
                <a:solidFill>
                  <a:schemeClr val="accent1"/>
                </a:solidFill>
                <a:latin typeface="+mj-lt"/>
              </a:rPr>
              <a:t>“</a:t>
            </a:r>
            <a:r>
              <a:rPr lang="ru-RU" altLang="en-US" b="1">
                <a:solidFill>
                  <a:schemeClr val="accent1"/>
                </a:solidFill>
                <a:latin typeface="+mj-lt"/>
              </a:rPr>
              <a:t>живых</a:t>
            </a:r>
            <a:r>
              <a:rPr lang="en-US" altLang="en-US" b="1">
                <a:solidFill>
                  <a:schemeClr val="accent1"/>
                </a:solidFill>
                <a:latin typeface="+mj-lt"/>
              </a:rPr>
              <a:t>”</a:t>
            </a:r>
            <a:r>
              <a:rPr lang="ru-RU" altLang="en-US" b="1">
                <a:solidFill>
                  <a:schemeClr val="accent1"/>
                </a:solidFill>
                <a:latin typeface="+mj-lt"/>
              </a:rPr>
              <a:t> аксесуаров игрока</a:t>
            </a:r>
          </a:p>
        </p:txBody>
      </p:sp>
      <p:sp>
        <p:nvSpPr>
          <p:cNvPr id="19" name="椭圆 18"/>
          <p:cNvSpPr/>
          <p:nvPr>
            <p:custDataLst>
              <p:tags r:id="rId9"/>
            </p:custDataLst>
          </p:nvPr>
        </p:nvSpPr>
        <p:spPr>
          <a:xfrm>
            <a:off x="467678" y="3378719"/>
            <a:ext cx="526290" cy="526290"/>
          </a:xfrm>
          <a:prstGeom prst="ellipse">
            <a:avLst/>
          </a:prstGeom>
          <a:solidFill>
            <a:schemeClr val="accent1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02</a:t>
            </a:r>
          </a:p>
        </p:txBody>
      </p:sp>
      <p:sp>
        <p:nvSpPr>
          <p:cNvPr id="22" name="矩形 21"/>
          <p:cNvSpPr/>
          <p:nvPr>
            <p:custDataLst>
              <p:tags r:id="rId10"/>
            </p:custDataLst>
          </p:nvPr>
        </p:nvSpPr>
        <p:spPr>
          <a:xfrm>
            <a:off x="1158350" y="3704170"/>
            <a:ext cx="4115531" cy="68934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Можно задать игроку любое имя которое пожелаете</a:t>
            </a:r>
          </a:p>
        </p:txBody>
      </p:sp>
      <p:sp>
        <p:nvSpPr>
          <p:cNvPr id="23" name="矩形 22"/>
          <p:cNvSpPr/>
          <p:nvPr>
            <p:custDataLst>
              <p:tags r:id="rId11"/>
            </p:custDataLst>
          </p:nvPr>
        </p:nvSpPr>
        <p:spPr>
          <a:xfrm>
            <a:off x="1156362" y="3367451"/>
            <a:ext cx="4116857" cy="277064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95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 b="1">
                <a:solidFill>
                  <a:schemeClr val="accent1"/>
                </a:solidFill>
                <a:latin typeface="+mj-lt"/>
              </a:rPr>
              <a:t>Пользовательские ники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20728" y="2306919"/>
            <a:ext cx="5571429" cy="303809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325" y="272833"/>
            <a:ext cx="6946446" cy="986801"/>
          </a:xfrm>
        </p:spPr>
        <p:txBody>
          <a:bodyPr wrap="square" lIns="0" tIns="0" rIns="0" bIns="0" anchor="b" anchorCtr="0">
            <a:normAutofit/>
          </a:bodyPr>
          <a:lstStyle/>
          <a:p>
            <a:pPr algn="l"/>
            <a:r>
              <a:rPr lang="ru-RU" altLang="en-US" spc="0" dirty="0"/>
              <a:t>Система мультиплеера</a:t>
            </a:r>
          </a:p>
        </p:txBody>
      </p: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1822362" y="2340859"/>
            <a:ext cx="4864736" cy="71999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Каждый игрок может запустить сервер на своём устройстве и пригласить друга</a:t>
            </a: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1822362" y="1915672"/>
            <a:ext cx="4864736" cy="37102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975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 sz="2000" b="1" dirty="0">
                <a:solidFill>
                  <a:schemeClr val="accent1"/>
                </a:solidFill>
                <a:latin typeface="+mj-lt"/>
                <a:sym typeface="+mn-ea"/>
              </a:rPr>
              <a:t>Создание локальных серверов</a:t>
            </a:r>
          </a:p>
        </p:txBody>
      </p:sp>
      <p:sp>
        <p:nvSpPr>
          <p:cNvPr id="4" name="椭圆 3"/>
          <p:cNvSpPr/>
          <p:nvPr>
            <p:custDataLst>
              <p:tags r:id="rId5"/>
            </p:custDataLst>
          </p:nvPr>
        </p:nvSpPr>
        <p:spPr>
          <a:xfrm>
            <a:off x="690944" y="1948266"/>
            <a:ext cx="763328" cy="7633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bg1"/>
                </a:solidFill>
                <a:latin typeface="+mn-lt"/>
                <a:sym typeface="+mn-lt"/>
              </a:rPr>
              <a:t>01</a:t>
            </a:r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1823086" y="3720724"/>
            <a:ext cx="4864736" cy="7195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Даже на слабом компьютере сервер не будет сильно нагружать процессор</a:t>
            </a: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1823086" y="3295537"/>
            <a:ext cx="4864736" cy="370808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975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 sz="2000" b="1" dirty="0">
                <a:solidFill>
                  <a:schemeClr val="accent1"/>
                </a:solidFill>
                <a:latin typeface="+mj-lt"/>
                <a:sym typeface="+mn-ea"/>
              </a:rPr>
              <a:t>Хорошая оптимизация сервера</a:t>
            </a:r>
          </a:p>
        </p:txBody>
      </p:sp>
      <p:sp>
        <p:nvSpPr>
          <p:cNvPr id="8" name="椭圆 7"/>
          <p:cNvSpPr/>
          <p:nvPr>
            <p:custDataLst>
              <p:tags r:id="rId8"/>
            </p:custDataLst>
          </p:nvPr>
        </p:nvSpPr>
        <p:spPr>
          <a:xfrm>
            <a:off x="692394" y="3317267"/>
            <a:ext cx="763328" cy="76287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bg1"/>
                </a:solidFill>
                <a:latin typeface="+mn-lt"/>
                <a:sym typeface="+mn-lt"/>
              </a:rPr>
              <a:t>02</a:t>
            </a:r>
          </a:p>
        </p:txBody>
      </p:sp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1823086" y="5100590"/>
            <a:ext cx="4864736" cy="7195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При наличии у пользователя своего </a:t>
            </a: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VPS </a:t>
            </a:r>
            <a:r>
              <a:rPr lang="ru-RU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он может легко запустить сервер на нём</a:t>
            </a:r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1823086" y="4675403"/>
            <a:ext cx="4864736" cy="370808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975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 sz="2000" b="1" dirty="0">
                <a:solidFill>
                  <a:schemeClr val="accent1"/>
                </a:solidFill>
                <a:latin typeface="+mj-lt"/>
                <a:sym typeface="+mn-ea"/>
              </a:rPr>
              <a:t>Отдельный модуль сервера</a:t>
            </a:r>
          </a:p>
        </p:txBody>
      </p:sp>
      <p:sp>
        <p:nvSpPr>
          <p:cNvPr id="12" name="椭圆 11"/>
          <p:cNvSpPr/>
          <p:nvPr>
            <p:custDataLst>
              <p:tags r:id="rId11"/>
            </p:custDataLst>
          </p:nvPr>
        </p:nvSpPr>
        <p:spPr>
          <a:xfrm>
            <a:off x="692394" y="4685544"/>
            <a:ext cx="763328" cy="76287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bg1"/>
                </a:solidFill>
                <a:latin typeface="+mn-lt"/>
                <a:sym typeface="+mn-lt"/>
              </a:rPr>
              <a:t>03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60809" y="2101186"/>
            <a:ext cx="5571429" cy="303809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>
          <a:xfrm>
            <a:off x="1774190" y="4555490"/>
            <a:ext cx="8373110" cy="417195"/>
          </a:xfrm>
        </p:spPr>
        <p:txBody>
          <a:bodyPr>
            <a:normAutofit fontScale="92500"/>
          </a:bodyPr>
          <a:lstStyle/>
          <a:p>
            <a:r>
              <a:rPr lang="ru-RU"/>
              <a:t>Зайцев Кирилл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2"/>
            <p:custDataLst>
              <p:tags r:id="rId3"/>
            </p:custDataLst>
          </p:nvPr>
        </p:nvSpPr>
        <p:spPr>
          <a:xfrm>
            <a:off x="1473835" y="3334385"/>
            <a:ext cx="8673465" cy="939800"/>
          </a:xfrm>
        </p:spPr>
        <p:txBody>
          <a:bodyPr/>
          <a:lstStyle/>
          <a:p>
            <a:r>
              <a:rPr lang="en-US"/>
              <a:t>2D </a:t>
            </a:r>
            <a:r>
              <a:rPr lang="ru-RU" altLang="en-US"/>
              <a:t>песочница</a:t>
            </a:r>
          </a:p>
        </p:txBody>
      </p:sp>
      <p:sp>
        <p:nvSpPr>
          <p:cNvPr id="15" name="标题 14"/>
          <p:cNvSpPr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1473835" y="209550"/>
            <a:ext cx="9738995" cy="3034665"/>
          </a:xfrm>
        </p:spPr>
        <p:txBody>
          <a:bodyPr/>
          <a:lstStyle/>
          <a:p>
            <a:r>
              <a:rPr lang="en-US" dirty="0"/>
              <a:t>CUBE</a:t>
            </a: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1171575" y="21412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PRESENTATION_SOURCE" val="WPPAIGeneratePP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3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3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3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2*i*2"/>
  <p:tag name="KSO_WM_UNIT_LAYERLEVEL" val="1"/>
  <p:tag name="KSO_WM_TAG_VERSION" val="3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2*i*3"/>
  <p:tag name="KSO_WM_UNIT_LAYERLEVEL" val="1"/>
  <p:tag name="KSO_WM_TAG_VERSION" val="3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4"/>
  <p:tag name="KSO_WM_UNIT_ID" val="_2*i*4"/>
  <p:tag name="KSO_WM_UNIT_LAYERLEVEL" val="1"/>
  <p:tag name="KSO_WM_TAG_VERSION" val="3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5*i*2"/>
  <p:tag name="KSO_WM_UNIT_LAYERLEVEL" val="1"/>
  <p:tag name="KSO_WM_TAG_VERSION" val="3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5*i*3"/>
  <p:tag name="KSO_WM_UNIT_LAYERLEVEL" val="1"/>
  <p:tag name="KSO_WM_TAG_VERSION" val="3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4"/>
  <p:tag name="KSO_WM_UNIT_ID" val="_5*i*4"/>
  <p:tag name="KSO_WM_UNIT_LAYERLEVEL" val="1"/>
  <p:tag name="KSO_WM_TAG_VERSION" val="3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6*i*2"/>
  <p:tag name="KSO_WM_UNIT_LAYERLEVEL" val="1"/>
  <p:tag name="KSO_WM_TAG_VERSION" val="3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6*i*3"/>
  <p:tag name="KSO_WM_UNIT_LAYERLEVEL" val="1"/>
  <p:tag name="KSO_WM_TAG_VERSION" val="3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4"/>
  <p:tag name="KSO_WM_UNIT_ID" val="_6*i*4"/>
  <p:tag name="KSO_WM_UNIT_LAYERLEVEL" val="1"/>
  <p:tag name="KSO_WM_TAG_VERSION" val="3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7*i*2"/>
  <p:tag name="KSO_WM_UNIT_LAYERLEVEL" val="1"/>
  <p:tag name="KSO_WM_TAG_VERSION" val="3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7*i*3"/>
  <p:tag name="KSO_WM_UNIT_LAYERLEVEL" val="1"/>
  <p:tag name="KSO_WM_TAG_VERSION" val="3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4"/>
  <p:tag name="KSO_WM_UNIT_ID" val="_7*i*4"/>
  <p:tag name="KSO_WM_UNIT_LAYERLEVEL" val="1"/>
  <p:tag name="KSO_WM_TAG_VERSION" val="3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8*i*2"/>
  <p:tag name="KSO_WM_UNIT_LAYERLEVEL" val="1"/>
  <p:tag name="KSO_WM_TAG_VERSION" val="3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8*i*3"/>
  <p:tag name="KSO_WM_UNIT_LAYERLEVEL" val="1"/>
  <p:tag name="KSO_WM_TAG_VERSION" val="3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4"/>
  <p:tag name="KSO_WM_UNIT_ID" val="_8*i*4"/>
  <p:tag name="KSO_WM_UNIT_LAYERLEVEL" val="1"/>
  <p:tag name="KSO_WM_TAG_VERSION" val="3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9*i*2"/>
  <p:tag name="KSO_WM_UNIT_LAYERLEVEL" val="1"/>
  <p:tag name="KSO_WM_TAG_VERSION" val="3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9*i*3"/>
  <p:tag name="KSO_WM_UNIT_LAYERLEVEL" val="1"/>
  <p:tag name="KSO_WM_TAG_VERSION" val="3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4"/>
  <p:tag name="KSO_WM_UNIT_ID" val="_9*i*4"/>
  <p:tag name="KSO_WM_UNIT_LAYERLEVEL" val="1"/>
  <p:tag name="KSO_WM_TAG_VERSION" val="3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10*i*3"/>
  <p:tag name="KSO_WM_UNIT_LAYERLEVEL" val="1"/>
  <p:tag name="KSO_WM_TAG_VERSION" val="3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4"/>
  <p:tag name="KSO_WM_UNIT_ID" val="_10*i*4"/>
  <p:tag name="KSO_WM_UNIT_LAYERLEVEL" val="1"/>
  <p:tag name="KSO_WM_TAG_VERSION" val="3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ANKS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9"/>
  <p:tag name="KSO_WM_SLIDE_CONTENT_AREA" val="{&quot;left&quot;:&quot;81.45&quot;,&quot;top&quot;:&quot;106.8&quot;,&quot;width&quot;:&quot;739.1&quot;,&quot;height&quot;:&quot;290.25&quot;}"/>
  <p:tag name="KSO_WM_SPECIAL_SOURCE" val="bdnull"/>
  <p:tag name="KSO_WM_SLIDE_ID" val="custom20233430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30"/>
  <p:tag name="KSO_WM_SLIDE_LAYOUT" val="a_b_f"/>
  <p:tag name="KSO_WM_SLIDE_LAYOUT_CNT" val="1_1_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custom20233430_1*f*1"/>
  <p:tag name="KSO_WM_TEMPLATE_CATEGORY" val="custom"/>
  <p:tag name="KSO_WM_TEMPLATE_INDEX" val="20233430"/>
  <p:tag name="KSO_WM_UNIT_LAYERLEVEL" val="1"/>
  <p:tag name="KSO_WM_TAG_VERSION" val="3.0"/>
  <p:tag name="KSO_WM_BEAUTIFY_FLAG" val="#wm#"/>
  <p:tag name="KSO_WM_UNIT_PRESET_TEXT" val="Nam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custom20233430_1*b*1"/>
  <p:tag name="KSO_WM_TEMPLATE_CATEGORY" val="custom"/>
  <p:tag name="KSO_WM_TEMPLATE_INDEX" val="20233430"/>
  <p:tag name="KSO_WM_UNIT_LAYERLEVEL" val="1"/>
  <p:tag name="KSO_WM_TAG_VERSION" val="3.0"/>
  <p:tag name="KSO_WM_BEAUTIFY_FLAG" val="#wm#"/>
  <p:tag name="KSO_WM_UNIT_PRESET_TEXT" val="Click to add subtitl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30_1*a*1"/>
  <p:tag name="KSO_WM_TEMPLATE_CATEGORY" val="custom"/>
  <p:tag name="KSO_WM_TEMPLATE_INDEX" val="20233430"/>
  <p:tag name="KSO_WM_UNIT_LAYERLEVEL" val="1"/>
  <p:tag name="KSO_WM_TAG_VERSION" val="3.0"/>
  <p:tag name="KSO_WM_BEAUTIFY_FLAG" val="#wm#"/>
  <p:tag name="KSO_WM_UNIT_PRESET_TEXT" val="Your title her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8245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8245"/>
  <p:tag name="KSO_WM_SLIDE_TYPE" val="text"/>
  <p:tag name="KSO_WM_SLIDE_SUBTYPE" val="picTxt"/>
  <p:tag name="KSO_WM_SLIDE_SIZE" val="850.448*382.064"/>
  <p:tag name="KSO_WM_SLIDE_POSITION" val="54.7493*107.09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8245_1*a*1"/>
  <p:tag name="KSO_WM_TEMPLATE_CATEGORY" val="custom"/>
  <p:tag name="KSO_WM_TEMPLATE_INDEX" val="2023824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251_1*l_h_i*1_1_2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left&quot;:54.42494628906261,&quot;top&quot;:107.07200283741386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DIAGRAM_VERSION" val="3"/>
  <p:tag name="KSO_WM_DIAGRAM_COLOR_TRICK" val="1"/>
  <p:tag name="KSO_WM_DIAGRAM_COLOR_TEXT_CAN_REMOVE" val="n"/>
  <p:tag name="KSO_WM_UNIT_LINE_FORE_SCHEMECOLOR_INDEX" val="5"/>
  <p:tag name="KSO_WM_UNIT_USESOURCEFORMAT_APPLY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51_1*l_h_f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left&quot;:54.42494628906261,&quot;top&quot;:107.07200283741386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UNIT_USESOURCEFORMAT_APPLY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251_1*l_h_a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left&quot;:54.42494628906261,&quot;top&quot;:107.07200283741386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251_1*l_h_i*1_2_2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left&quot;:54.42494628906261,&quot;top&quot;:107.07200283741386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DIAGRAM_VERSION" val="3"/>
  <p:tag name="KSO_WM_DIAGRAM_COLOR_TRICK" val="1"/>
  <p:tag name="KSO_WM_DIAGRAM_COLOR_TEXT_CAN_REMOVE" val="n"/>
  <p:tag name="KSO_WM_UNIT_LINE_FORE_SCHEMECOLOR_INDEX" val="5"/>
  <p:tag name="KSO_WM_UNIT_USESOURCEFORMAT_APPLY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51_1*l_h_f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left&quot;:54.42494628906261,&quot;top&quot;:107.07200283741386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UNIT_USESOURCEFORMAT_APPLY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251_1*l_h_a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left&quot;:54.42494628906261,&quot;top&quot;:107.07200283741386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413.271*363.279"/>
  <p:tag name="KSO_WM_SLIDE_POSITION" val="491.465*138.66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262"/>
  <p:tag name="KSO_WM_TEMPLATE_SUBCATEGORY" val="0"/>
  <p:tag name="KSO_WM_SLIDE_INDEX" val="1"/>
  <p:tag name="KSO_WM_TAG_VERSION" val="3.0"/>
  <p:tag name="KSO_WM_SLIDE_ID" val="custom20238262_1"/>
  <p:tag name="KSO_WM_SLIDE_ITEM_CNT" val="3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262"/>
  <p:tag name="KSO_WM_UNIT_ID" val="custom20238262_1*a*1"/>
  <p:tag name="KSO_WM_UNIT_TEXT_FILL_FORE_SCHEMECOLOR_INDEX" val="13"/>
  <p:tag name="KSO_WM_UNIT_TEXT_FILL_TYPE" val="1"/>
  <p:tag name="KSO_WM_UNIT_USESOURCEFORMAT_APPLY" val="1"/>
  <p:tag name="KSO_WM_UNIT_PRESET_TEXT" val="Your title her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275.0980285644531,&quot;left&quot;:493.5050393700787,&quot;top&quot;:186.3262219382459,&quot;width&quot;:413.99511811023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26_3*l_h_f*1_1_1"/>
  <p:tag name="KSO_WM_TEMPLATE_CATEGORY" val="diagram"/>
  <p:tag name="KSO_WM_TEMPLATE_INDEX" val="20237926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275.0980285644531,&quot;left&quot;:493.5050393700787,&quot;top&quot;:186.3262219382459,&quot;width&quot;:413.99511811023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26_3*l_h_a*1_1_1"/>
  <p:tag name="KSO_WM_TEMPLATE_CATEGORY" val="diagram"/>
  <p:tag name="KSO_WM_TEMPLATE_INDEX" val="20237926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UNIT_USESOURCEFORMAT_APPLY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275.0980285644531,&quot;left&quot;:493.5050393700787,&quot;top&quot;:186.3262219382459,&quot;width&quot;:413.99511811023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7926_3*l_h_i*1_1_1"/>
  <p:tag name="KSO_WM_TEMPLATE_CATEGORY" val="diagram"/>
  <p:tag name="KSO_WM_TEMPLATE_INDEX" val="20237926"/>
  <p:tag name="KSO_WM_UNIT_LAYERLEVEL" val="1_1_1"/>
  <p:tag name="KSO_WM_TAG_VERSION" val="3.0"/>
  <p:tag name="KSO_WM_BEAUTIFY_FLAG" val="#wm#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275.0980285644531,&quot;left&quot;:493.5050393700787,&quot;top&quot;:186.3262219382459,&quot;width&quot;:413.99511811023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26_3*l_h_f*1_2_1"/>
  <p:tag name="KSO_WM_TEMPLATE_CATEGORY" val="diagram"/>
  <p:tag name="KSO_WM_TEMPLATE_INDEX" val="20237926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275.0980285644531,&quot;left&quot;:493.5050393700787,&quot;top&quot;:186.3262219382459,&quot;width&quot;:413.99511811023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26_3*l_h_a*1_2_1"/>
  <p:tag name="KSO_WM_TEMPLATE_CATEGORY" val="diagram"/>
  <p:tag name="KSO_WM_TEMPLATE_INDEX" val="20237926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UNIT_USESOURCEFORMAT_APPLY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275.0980285644531,&quot;left&quot;:493.5050393700787,&quot;top&quot;:186.3262219382459,&quot;width&quot;:413.99511811023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7926_3*l_h_i*1_2_1"/>
  <p:tag name="KSO_WM_TEMPLATE_CATEGORY" val="diagram"/>
  <p:tag name="KSO_WM_TEMPLATE_INDEX" val="20237926"/>
  <p:tag name="KSO_WM_UNIT_LAYERLEVEL" val="1_1_1"/>
  <p:tag name="KSO_WM_TAG_VERSION" val="3.0"/>
  <p:tag name="KSO_WM_BEAUTIFY_FLAG" val="#wm#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275.0980285644531,&quot;left&quot;:493.5050393700787,&quot;top&quot;:186.3262219382459,&quot;width&quot;:413.99511811023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26_3*l_h_f*1_3_1"/>
  <p:tag name="KSO_WM_TEMPLATE_CATEGORY" val="diagram"/>
  <p:tag name="KSO_WM_TEMPLATE_INDEX" val="20237926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275.0980285644531,&quot;left&quot;:493.5050393700787,&quot;top&quot;:186.3262219382459,&quot;width&quot;:413.99511811023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7926_3*l_h_a*1_3_1"/>
  <p:tag name="KSO_WM_TEMPLATE_CATEGORY" val="diagram"/>
  <p:tag name="KSO_WM_TEMPLATE_INDEX" val="20237926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UNIT_USESOURCEFORMAT_APPLY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275.0980285644531,&quot;left&quot;:493.5050393700787,&quot;top&quot;:186.3262219382459,&quot;width&quot;:413.99511811023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7926_3*l_h_i*1_3_1"/>
  <p:tag name="KSO_WM_TEMPLATE_CATEGORY" val="diagram"/>
  <p:tag name="KSO_WM_TEMPLATE_INDEX" val="20237926"/>
  <p:tag name="KSO_WM_UNIT_LAYERLEVEL" val="1_1_1"/>
  <p:tag name="KSO_WM_TAG_VERSION" val="3.0"/>
  <p:tag name="KSO_WM_BEAUTIFY_FLAG" val="#wm#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362.75*317.05"/>
  <p:tag name="KSO_WM_SLIDE_POSITION" val="52.7*161.5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264"/>
  <p:tag name="KSO_WM_TEMPLATE_SUBCATEGORY" val="0"/>
  <p:tag name="KSO_WM_SLIDE_INDEX" val="1"/>
  <p:tag name="KSO_WM_TAG_VERSION" val="3.0"/>
  <p:tag name="KSO_WM_SLIDE_ID" val="custom20238264_1"/>
  <p:tag name="KSO_WM_SLIDE_ITEM_CNT" val="3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264"/>
  <p:tag name="KSO_WM_UNIT_ID" val="custom20238264_1*a*1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5"/>
  <p:tag name="KSO_WM_DIAGRAM_MIN_ITEMCNT" val="2"/>
  <p:tag name="KSO_WM_DIAGRAM_VIRTUALLY_FRAME" val="{&quot;height&quot;:319.8249969482422,&quot;left&quot;:36.82503937007873,&quot;top&quot;:147.07500305175782,&quot;width&quot;:402.474960629921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20_3*l_h_f*1_1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5"/>
  <p:tag name="KSO_WM_DIAGRAM_MIN_ITEMCNT" val="2"/>
  <p:tag name="KSO_WM_DIAGRAM_VIRTUALLY_FRAME" val="{&quot;height&quot;:319.8249969482422,&quot;left&quot;:36.82503937007873,&quot;top&quot;:147.07500305175782,&quot;width&quot;:402.474960629921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20_3*l_h_a*1_1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319.8249969482422,&quot;left&quot;:36.82503937007873,&quot;top&quot;:147.07500305175782,&quot;width&quot;:402.4749606299212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7920_3*l_h_i*1_1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319.8249969482422,&quot;left&quot;:36.82503937007873,&quot;top&quot;:147.07500305175782,&quot;width&quot;:402.4749606299212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7920_3*l_h_i*1_3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5"/>
  <p:tag name="KSO_WM_DIAGRAM_MIN_ITEMCNT" val="2"/>
  <p:tag name="KSO_WM_DIAGRAM_VIRTUALLY_FRAME" val="{&quot;height&quot;:319.8249969482422,&quot;left&quot;:36.82503937007873,&quot;top&quot;:147.07500305175782,&quot;width&quot;:402.474960629921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20_3*l_h_f*1_3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5"/>
  <p:tag name="KSO_WM_DIAGRAM_MIN_ITEMCNT" val="2"/>
  <p:tag name="KSO_WM_DIAGRAM_VIRTUALLY_FRAME" val="{&quot;height&quot;:319.8249969482422,&quot;left&quot;:36.82503937007873,&quot;top&quot;:147.07500305175782,&quot;width&quot;:402.474960629921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7920_3*l_h_a*1_3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319.8249969482422,&quot;left&quot;:36.82503937007873,&quot;top&quot;:147.07500305175782,&quot;width&quot;:402.4749606299212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7920_3*l_h_i*1_2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5"/>
  <p:tag name="KSO_WM_DIAGRAM_MIN_ITEMCNT" val="2"/>
  <p:tag name="KSO_WM_DIAGRAM_VIRTUALLY_FRAME" val="{&quot;height&quot;:319.8249969482422,&quot;left&quot;:36.82503937007873,&quot;top&quot;:147.07500305175782,&quot;width&quot;:402.474960629921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20_3*l_h_f*1_2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5"/>
  <p:tag name="KSO_WM_DIAGRAM_MIN_ITEMCNT" val="2"/>
  <p:tag name="KSO_WM_DIAGRAM_VIRTUALLY_FRAME" val="{&quot;height&quot;:319.8249969482422,&quot;left&quot;:36.82503937007873,&quot;top&quot;:147.07500305175782,&quot;width&quot;:402.474960629921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20_3*l_h_a*1_2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413.271*363.279"/>
  <p:tag name="KSO_WM_SLIDE_POSITION" val="54.7646*136.56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255"/>
  <p:tag name="KSO_WM_TEMPLATE_SUBCATEGORY" val="0"/>
  <p:tag name="KSO_WM_SLIDE_INDEX" val="1"/>
  <p:tag name="KSO_WM_TAG_VERSION" val="3.0"/>
  <p:tag name="KSO_WM_SLIDE_ID" val="custom20238255_1"/>
  <p:tag name="KSO_WM_SLIDE_ITEM_CNT" val="3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255"/>
  <p:tag name="KSO_WM_UNIT_ID" val="custom20238255_1*a*1"/>
  <p:tag name="KSO_WM_UNIT_TEXT_FILL_FORE_SCHEMECOLOR_INDEX" val="13"/>
  <p:tag name="KSO_WM_UNIT_TEXT_FILL_TYPE" val="1"/>
  <p:tag name="KSO_WM_UNIT_USESOURCEFORMAT_APPLY" val="1"/>
  <p:tag name="KSO_WM_UNIT_PRESET_TEXT" val="Your title her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18.6980285644531,&quot;left&quot;:54.40503937007874,&quot;top&quot;:149.0762219382459,&quot;width&quot;:472.1951181102367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26_3*l_h_f*1_1_1"/>
  <p:tag name="KSO_WM_TEMPLATE_CATEGORY" val="diagram"/>
  <p:tag name="KSO_WM_TEMPLATE_INDEX" val="20237926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18.6980285644531,&quot;left&quot;:54.40503937007874,&quot;top&quot;:149.0762219382459,&quot;width&quot;:472.1951181102367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26_3*l_h_a*1_1_1"/>
  <p:tag name="KSO_WM_TEMPLATE_CATEGORY" val="diagram"/>
  <p:tag name="KSO_WM_TEMPLATE_INDEX" val="20237926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UNIT_USESOURCEFORMAT_APPLY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18.6980285644531,&quot;left&quot;:54.40503937007874,&quot;top&quot;:149.0762219382459,&quot;width&quot;:472.1951181102367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7926_3*l_h_i*1_1_1"/>
  <p:tag name="KSO_WM_TEMPLATE_CATEGORY" val="diagram"/>
  <p:tag name="KSO_WM_TEMPLATE_INDEX" val="20237926"/>
  <p:tag name="KSO_WM_UNIT_LAYERLEVEL" val="1_1_1"/>
  <p:tag name="KSO_WM_TAG_VERSION" val="3.0"/>
  <p:tag name="KSO_WM_BEAUTIFY_FLAG" val="#wm#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18.6980285644531,&quot;left&quot;:54.40503937007874,&quot;top&quot;:149.0762219382459,&quot;width&quot;:472.1951181102367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26_3*l_h_f*1_2_1"/>
  <p:tag name="KSO_WM_TEMPLATE_CATEGORY" val="diagram"/>
  <p:tag name="KSO_WM_TEMPLATE_INDEX" val="20237926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18.6980285644531,&quot;left&quot;:54.40503937007874,&quot;top&quot;:149.0762219382459,&quot;width&quot;:472.1951181102367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26_3*l_h_a*1_2_1"/>
  <p:tag name="KSO_WM_TEMPLATE_CATEGORY" val="diagram"/>
  <p:tag name="KSO_WM_TEMPLATE_INDEX" val="20237926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UNIT_USESOURCEFORMAT_APPLY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18.6980285644531,&quot;left&quot;:54.40503937007874,&quot;top&quot;:149.0762219382459,&quot;width&quot;:472.1951181102367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7926_3*l_h_i*1_2_1"/>
  <p:tag name="KSO_WM_TEMPLATE_CATEGORY" val="diagram"/>
  <p:tag name="KSO_WM_TEMPLATE_INDEX" val="20237926"/>
  <p:tag name="KSO_WM_UNIT_LAYERLEVEL" val="1_1_1"/>
  <p:tag name="KSO_WM_TAG_VERSION" val="3.0"/>
  <p:tag name="KSO_WM_BEAUTIFY_FLAG" val="#wm#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18.6980285644531,&quot;left&quot;:54.40503937007874,&quot;top&quot;:149.0762219382459,&quot;width&quot;:472.1951181102367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26_3*l_h_f*1_3_1"/>
  <p:tag name="KSO_WM_TEMPLATE_CATEGORY" val="diagram"/>
  <p:tag name="KSO_WM_TEMPLATE_INDEX" val="20237926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18.6980285644531,&quot;left&quot;:54.40503937007874,&quot;top&quot;:149.0762219382459,&quot;width&quot;:472.1951181102367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7926_3*l_h_a*1_3_1"/>
  <p:tag name="KSO_WM_TEMPLATE_CATEGORY" val="diagram"/>
  <p:tag name="KSO_WM_TEMPLATE_INDEX" val="20237926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UNIT_USESOURCEFORMAT_APPLY" val="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18.6980285644531,&quot;left&quot;:54.40503937007874,&quot;top&quot;:149.0762219382459,&quot;width&quot;:472.1951181102367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7926_3*l_h_i*1_3_1"/>
  <p:tag name="KSO_WM_TEMPLATE_CATEGORY" val="diagram"/>
  <p:tag name="KSO_WM_TEMPLATE_INDEX" val="20237926"/>
  <p:tag name="KSO_WM_UNIT_LAYERLEVEL" val="1_1_1"/>
  <p:tag name="KSO_WM_TAG_VERSION" val="3.0"/>
  <p:tag name="KSO_WM_BEAUTIFY_FLAG" val="#wm#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9"/>
  <p:tag name="KSO_WM_SLIDE_CONTENT_AREA" val="{&quot;left&quot;:&quot;81.45&quot;,&quot;top&quot;:&quot;106.8&quot;,&quot;width&quot;:&quot;739.1&quot;,&quot;height&quot;:&quot;290.25&quot;}"/>
  <p:tag name="KSO_WM_SPECIAL_SOURCE" val="bdnull"/>
  <p:tag name="KSO_WM_SLIDE_ID" val="custom20233430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30"/>
  <p:tag name="KSO_WM_SLIDE_LAYOUT" val="a_b_f"/>
  <p:tag name="KSO_WM_SLIDE_LAYOUT_CNT" val="1_1_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custom20233430_1*f*1"/>
  <p:tag name="KSO_WM_TEMPLATE_CATEGORY" val="custom"/>
  <p:tag name="KSO_WM_TEMPLATE_INDEX" val="20233430"/>
  <p:tag name="KSO_WM_UNIT_LAYERLEVEL" val="1"/>
  <p:tag name="KSO_WM_TAG_VERSION" val="3.0"/>
  <p:tag name="KSO_WM_BEAUTIFY_FLAG" val="#wm#"/>
  <p:tag name="KSO_WM_UNIT_PRESET_TEXT" val="Nam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custom20233430_1*b*1"/>
  <p:tag name="KSO_WM_TEMPLATE_CATEGORY" val="custom"/>
  <p:tag name="KSO_WM_TEMPLATE_INDEX" val="20233430"/>
  <p:tag name="KSO_WM_UNIT_LAYERLEVEL" val="1"/>
  <p:tag name="KSO_WM_TAG_VERSION" val="3.0"/>
  <p:tag name="KSO_WM_BEAUTIFY_FLAG" val="#wm#"/>
  <p:tag name="KSO_WM_UNIT_PRESET_TEXT" val="Click to add subtitl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30_1*a*1"/>
  <p:tag name="KSO_WM_TEMPLATE_CATEGORY" val="custom"/>
  <p:tag name="KSO_WM_TEMPLATE_INDEX" val="20233430"/>
  <p:tag name="KSO_WM_UNIT_LAYERLEVEL" val="1"/>
  <p:tag name="KSO_WM_TAG_VERSION" val="3.0"/>
  <p:tag name="KSO_WM_BEAUTIFY_FLAG" val="#wm#"/>
  <p:tag name="KSO_WM_UNIT_PRESET_TEXT" val="Your title her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86">
      <a:dk1>
        <a:srgbClr val="000000"/>
      </a:dk1>
      <a:lt1>
        <a:srgbClr val="FFFFFF"/>
      </a:lt1>
      <a:dk2>
        <a:srgbClr val="003E29"/>
      </a:dk2>
      <a:lt2>
        <a:srgbClr val="E6E6E6"/>
      </a:lt2>
      <a:accent1>
        <a:srgbClr val="1FFFB5"/>
      </a:accent1>
      <a:accent2>
        <a:srgbClr val="2EE8C3"/>
      </a:accent2>
      <a:accent3>
        <a:srgbClr val="3DD2D1"/>
      </a:accent3>
      <a:accent4>
        <a:srgbClr val="4BBBE0"/>
      </a:accent4>
      <a:accent5>
        <a:srgbClr val="5AA5EE"/>
      </a:accent5>
      <a:accent6>
        <a:srgbClr val="698EFC"/>
      </a:accent6>
      <a:hlink>
        <a:srgbClr val="4472C4"/>
      </a:hlink>
      <a:folHlink>
        <a:srgbClr val="EEEEEE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DCD6CA"/>
          </a:solidFill>
          <a:prstDash val="soli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199</Words>
  <Application>Microsoft Office PowerPoint</Application>
  <PresentationFormat>Широкоэкранный</PresentationFormat>
  <Paragraphs>46</Paragraphs>
  <Slides>6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6</vt:i4>
      </vt:variant>
    </vt:vector>
  </HeadingPairs>
  <TitlesOfParts>
    <vt:vector size="15" baseType="lpstr">
      <vt:lpstr>微软雅黑</vt:lpstr>
      <vt:lpstr>Arial</vt:lpstr>
      <vt:lpstr>Calibri</vt:lpstr>
      <vt:lpstr>Calibri Light</vt:lpstr>
      <vt:lpstr>Lato</vt:lpstr>
      <vt:lpstr>Manrope ExtraBold</vt:lpstr>
      <vt:lpstr>Wingdings</vt:lpstr>
      <vt:lpstr>Office Theme</vt:lpstr>
      <vt:lpstr>1_Office Theme</vt:lpstr>
      <vt:lpstr>CUBE</vt:lpstr>
      <vt:lpstr>Об игре</vt:lpstr>
      <vt:lpstr>В игре есть много возможностей</vt:lpstr>
      <vt:lpstr>Система “кастомизации” игрока</vt:lpstr>
      <vt:lpstr>Система мультиплеера</vt:lpstr>
      <vt:lpstr>CUBE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РешПроект 1.3</cp:lastModifiedBy>
  <cp:revision>6</cp:revision>
  <dcterms:created xsi:type="dcterms:W3CDTF">2025-07-23T00:59:00Z</dcterms:created>
  <dcterms:modified xsi:type="dcterms:W3CDTF">2026-04-27T15:25:41Z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ADF10FF662EF4AC88481881FD153AF99_11</vt:lpwstr>
  </property>
</Properties>
</file>