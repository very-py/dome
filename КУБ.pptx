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4" autoAdjust="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86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86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14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16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91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36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67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365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17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758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38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BF755-A810-4B0D-B6BF-9510D07F222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949ED-186D-49C7-AEF7-948BA68CB8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01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90204"/>
            <a:ext cx="9144000" cy="2410691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Bookman Old Style" panose="02050604050505020204" pitchFamily="18" charset="0"/>
              </a:rPr>
              <a:t>“</a:t>
            </a:r>
            <a:r>
              <a:rPr lang="ru-RU" dirty="0" smtClean="0">
                <a:latin typeface="Bookman Old Style" panose="02050604050505020204" pitchFamily="18" charset="0"/>
              </a:rPr>
              <a:t>КУБ</a:t>
            </a:r>
            <a:r>
              <a:rPr lang="en-US" dirty="0" smtClean="0">
                <a:latin typeface="Bookman Old Style" panose="02050604050505020204" pitchFamily="18" charset="0"/>
              </a:rPr>
              <a:t>”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3999" y="4380806"/>
            <a:ext cx="10172701" cy="876993"/>
          </a:xfrm>
        </p:spPr>
        <p:txBody>
          <a:bodyPr/>
          <a:lstStyle/>
          <a:p>
            <a:pPr algn="r"/>
            <a:r>
              <a:rPr lang="ru-RU" dirty="0" smtClean="0">
                <a:latin typeface="Bookman Old Style" panose="02050604050505020204" pitchFamily="18" charset="0"/>
              </a:rPr>
              <a:t>Зайцев Кирилл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5915" y="3000896"/>
            <a:ext cx="19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(англ. </a:t>
            </a:r>
            <a:r>
              <a:rPr lang="en-US" sz="2400" dirty="0" smtClean="0"/>
              <a:t>“cube”</a:t>
            </a:r>
            <a:r>
              <a:rPr lang="ru-RU" sz="2400" dirty="0" smtClean="0"/>
              <a:t>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3912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Bookman Old Style" panose="02050604050505020204" pitchFamily="18" charset="0"/>
              </a:rPr>
              <a:t>Что такое </a:t>
            </a:r>
            <a:r>
              <a:rPr lang="ru-RU" dirty="0">
                <a:latin typeface="Bookman Old Style" panose="02050604050505020204" pitchFamily="18" charset="0"/>
              </a:rPr>
              <a:t>«КУБ»?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0451" y="1686481"/>
            <a:ext cx="11064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latin typeface="Bookman Old Style" panose="02050604050505020204" pitchFamily="18" charset="0"/>
              </a:rPr>
              <a:t>«КУБ» </a:t>
            </a:r>
            <a:r>
              <a:rPr lang="ru-RU" sz="2800" dirty="0" smtClean="0">
                <a:latin typeface="Bookman Old Style" panose="02050604050505020204" pitchFamily="18" charset="0"/>
              </a:rPr>
              <a:t>- это небольшая игра жанра платформер рассчитанная на игру от 1 до 2 игроков как по сети так и локально на компьютере.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flipH="1">
            <a:off x="490451" y="3225338"/>
            <a:ext cx="10665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Bookman Old Style" panose="02050604050505020204" pitchFamily="18" charset="0"/>
              </a:rPr>
              <a:t>«</a:t>
            </a:r>
            <a:r>
              <a:rPr lang="ru-RU" sz="2800" dirty="0">
                <a:latin typeface="Bookman Old Style" panose="02050604050505020204" pitchFamily="18" charset="0"/>
              </a:rPr>
              <a:t>КУБ</a:t>
            </a:r>
            <a:r>
              <a:rPr lang="ru-RU" sz="2800" dirty="0" smtClean="0">
                <a:latin typeface="Bookman Old Style" panose="02050604050505020204" pitchFamily="18" charset="0"/>
              </a:rPr>
              <a:t>» рассчитан на игроков возрастом от 9 до 20 лет, имеющих компьютер/ноутбук. 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2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2589" y="365125"/>
            <a:ext cx="8329353" cy="1325563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Bookman Old Style" panose="02050604050505020204" pitchFamily="18" charset="0"/>
              </a:rPr>
              <a:t>Что готово на данный момент?</a:t>
            </a:r>
            <a:endParaRPr lang="ru-RU" sz="4000" dirty="0"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0323" y="1348900"/>
            <a:ext cx="7581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На данный момент готовы основные механики </a:t>
            </a:r>
            <a:r>
              <a:rPr lang="ru-RU" sz="2400" dirty="0" smtClean="0">
                <a:latin typeface="Bookman Old Style" panose="02050604050505020204" pitchFamily="18" charset="0"/>
              </a:rPr>
              <a:t>игры, такие </a:t>
            </a:r>
            <a:r>
              <a:rPr lang="ru-RU" sz="2400" dirty="0" smtClean="0">
                <a:latin typeface="Bookman Old Style" panose="02050604050505020204" pitchFamily="18" charset="0"/>
              </a:rPr>
              <a:t>как</a:t>
            </a:r>
            <a:r>
              <a:rPr lang="en-US" sz="2400" dirty="0" smtClean="0">
                <a:latin typeface="Bookman Old Style" panose="02050604050505020204" pitchFamily="18" charset="0"/>
              </a:rPr>
              <a:t>: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1. Механика передвижения</a:t>
            </a:r>
          </a:p>
          <a:p>
            <a:r>
              <a:rPr lang="ru-RU" sz="2400" dirty="0" smtClean="0">
                <a:latin typeface="Bookman Old Style" panose="02050604050505020204" pitchFamily="18" charset="0"/>
              </a:rPr>
              <a:t>2. Система уровней и перехода между ними</a:t>
            </a:r>
          </a:p>
          <a:p>
            <a:r>
              <a:rPr lang="ru-RU" sz="2400" dirty="0" smtClean="0">
                <a:latin typeface="Bookman Old Style" panose="02050604050505020204" pitchFamily="18" charset="0"/>
              </a:rPr>
              <a:t>3. Механика скинов</a:t>
            </a:r>
          </a:p>
          <a:p>
            <a:r>
              <a:rPr lang="ru-RU" sz="2400" dirty="0" smtClean="0">
                <a:latin typeface="Bookman Old Style" panose="02050604050505020204" pitchFamily="18" charset="0"/>
              </a:rPr>
              <a:t>4. Режим сетевой игры</a:t>
            </a: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Так же уже полностью готов сервер</a:t>
            </a: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для игры по сети</a:t>
            </a:r>
          </a:p>
        </p:txBody>
      </p:sp>
    </p:spTree>
    <p:extLst>
      <p:ext uri="{BB962C8B-B14F-4D97-AF65-F5344CB8AC3E}">
        <p14:creationId xmlns:p14="http://schemas.microsoft.com/office/powerpoint/2010/main" val="237820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4357" y="689956"/>
            <a:ext cx="9749444" cy="1205346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ookman Old Style" panose="02050604050505020204" pitchFamily="18" charset="0"/>
              </a:rPr>
              <a:t>Что планируется доделать?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63287" y="1895302"/>
            <a:ext cx="103728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Так же планируется: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Улучшить механику скинов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Сделать главное меню под стиль остальной игры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Исправить некоторые ошибки программного кода 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Оптимизировать сетевую </a:t>
            </a:r>
            <a:r>
              <a:rPr lang="ru-RU" sz="2400" dirty="0" smtClean="0">
                <a:latin typeface="Bookman Old Style" panose="02050604050505020204" pitchFamily="18" charset="0"/>
              </a:rPr>
              <a:t>игру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Добавить анимации окружения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Bookman Old Style" panose="02050604050505020204" pitchFamily="18" charset="0"/>
              </a:rPr>
              <a:t>Добавить больше локаций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92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1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1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90204"/>
            <a:ext cx="9144000" cy="2410691"/>
          </a:xfrm>
        </p:spPr>
        <p:txBody>
          <a:bodyPr/>
          <a:lstStyle/>
          <a:p>
            <a:r>
              <a:rPr lang="en-US" dirty="0" smtClean="0">
                <a:latin typeface="Bookman Old Style" panose="02050604050505020204" pitchFamily="18" charset="0"/>
              </a:rPr>
              <a:t>“</a:t>
            </a:r>
            <a:r>
              <a:rPr lang="ru-RU" dirty="0">
                <a:latin typeface="Bookman Old Style" panose="02050604050505020204" pitchFamily="18" charset="0"/>
              </a:rPr>
              <a:t>КУБ</a:t>
            </a:r>
            <a:r>
              <a:rPr lang="en-US" dirty="0" smtClean="0">
                <a:latin typeface="Bookman Old Style" panose="02050604050505020204" pitchFamily="18" charset="0"/>
              </a:rPr>
              <a:t>”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3999" y="4380806"/>
            <a:ext cx="10172701" cy="876993"/>
          </a:xfrm>
        </p:spPr>
        <p:txBody>
          <a:bodyPr/>
          <a:lstStyle/>
          <a:p>
            <a:pPr algn="r"/>
            <a:r>
              <a:rPr lang="ru-RU" dirty="0" smtClean="0">
                <a:latin typeface="Bookman Old Style" panose="02050604050505020204" pitchFamily="18" charset="0"/>
              </a:rPr>
              <a:t>Зайцев Кирилл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7264" y="3000896"/>
            <a:ext cx="1914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(англ. </a:t>
            </a:r>
            <a:r>
              <a:rPr lang="en-US" sz="2400" dirty="0" smtClean="0"/>
              <a:t>“cube”</a:t>
            </a:r>
            <a:r>
              <a:rPr lang="ru-RU" sz="2400" dirty="0" smtClean="0"/>
              <a:t>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0449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151</Words>
  <Application>Microsoft Office PowerPoint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Calibri Light</vt:lpstr>
      <vt:lpstr>Тема Office</vt:lpstr>
      <vt:lpstr>“КУБ”</vt:lpstr>
      <vt:lpstr>Что такое «КУБ»?</vt:lpstr>
      <vt:lpstr>Что готово на данный момент?</vt:lpstr>
      <vt:lpstr>Что планируется доделать?</vt:lpstr>
      <vt:lpstr>Презентация PowerPoint</vt:lpstr>
      <vt:lpstr>Презентация PowerPoint</vt:lpstr>
      <vt:lpstr>“КУБ”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РешПроект 1.3</dc:creator>
  <cp:lastModifiedBy>РешПроект 1.3</cp:lastModifiedBy>
  <cp:revision>13</cp:revision>
  <dcterms:created xsi:type="dcterms:W3CDTF">2026-02-09T14:21:58Z</dcterms:created>
  <dcterms:modified xsi:type="dcterms:W3CDTF">2026-02-12T15:28:06Z</dcterms:modified>
</cp:coreProperties>
</file>